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422" r:id="rId2"/>
    <p:sldId id="366" r:id="rId3"/>
    <p:sldId id="385" r:id="rId4"/>
    <p:sldId id="427" r:id="rId5"/>
    <p:sldId id="432" r:id="rId6"/>
    <p:sldId id="428" r:id="rId7"/>
    <p:sldId id="377" r:id="rId8"/>
    <p:sldId id="376" r:id="rId9"/>
    <p:sldId id="433" r:id="rId10"/>
    <p:sldId id="429" r:id="rId11"/>
    <p:sldId id="387" r:id="rId12"/>
    <p:sldId id="436" r:id="rId13"/>
    <p:sldId id="434" r:id="rId14"/>
    <p:sldId id="435" r:id="rId15"/>
    <p:sldId id="430" r:id="rId16"/>
    <p:sldId id="423" r:id="rId17"/>
    <p:sldId id="437" r:id="rId18"/>
    <p:sldId id="438" r:id="rId19"/>
    <p:sldId id="431" r:id="rId20"/>
    <p:sldId id="403" r:id="rId21"/>
    <p:sldId id="308" r:id="rId22"/>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216172C-838D-45C3-BBA8-72FFCEA2486F}">
          <p14:sldIdLst>
            <p14:sldId id="422"/>
            <p14:sldId id="366"/>
            <p14:sldId id="385"/>
            <p14:sldId id="427"/>
            <p14:sldId id="432"/>
            <p14:sldId id="428"/>
            <p14:sldId id="377"/>
            <p14:sldId id="376"/>
            <p14:sldId id="433"/>
            <p14:sldId id="429"/>
            <p14:sldId id="387"/>
            <p14:sldId id="436"/>
            <p14:sldId id="434"/>
            <p14:sldId id="435"/>
            <p14:sldId id="430"/>
            <p14:sldId id="423"/>
            <p14:sldId id="437"/>
            <p14:sldId id="438"/>
            <p14:sldId id="431"/>
            <p14:sldId id="403"/>
            <p14:sldId id="308"/>
          </p14:sldIdLst>
        </p14:section>
      </p14:sectionLst>
    </p:ext>
    <p:ext uri="{EFAFB233-063F-42B5-8137-9DF3F51BA10A}">
      <p15:sldGuideLst xmlns:p15="http://schemas.microsoft.com/office/powerpoint/2012/main">
        <p15:guide id="1" pos="438" userDrawn="1">
          <p15:clr>
            <a:srgbClr val="A4A3A4"/>
          </p15:clr>
        </p15:guide>
        <p15:guide id="2" pos="7242" userDrawn="1">
          <p15:clr>
            <a:srgbClr val="A4A3A4"/>
          </p15:clr>
        </p15:guide>
        <p15:guide id="5" orient="horz" pos="3929" userDrawn="1">
          <p15:clr>
            <a:srgbClr val="A4A3A4"/>
          </p15:clr>
        </p15:guide>
        <p15:guide id="6" orient="horz" pos="3861" userDrawn="1">
          <p15:clr>
            <a:srgbClr val="A4A3A4"/>
          </p15:clr>
        </p15:guide>
        <p15:guide id="8" userDrawn="1">
          <p15:clr>
            <a:srgbClr val="A4A3A4"/>
          </p15:clr>
        </p15:guide>
        <p15:guide id="9" pos="7680" userDrawn="1">
          <p15:clr>
            <a:srgbClr val="A4A3A4"/>
          </p15:clr>
        </p15:guide>
        <p15:guide id="10" orient="horz" pos="4320" userDrawn="1">
          <p15:clr>
            <a:srgbClr val="A4A3A4"/>
          </p15:clr>
        </p15:guide>
        <p15:guide id="11" pos="1368" userDrawn="1">
          <p15:clr>
            <a:srgbClr val="A4A3A4"/>
          </p15:clr>
        </p15:guide>
        <p15:guide id="12" pos="6312" userDrawn="1">
          <p15:clr>
            <a:srgbClr val="A4A3A4"/>
          </p15:clr>
        </p15:guide>
        <p15:guide id="13" pos="3840" userDrawn="1">
          <p15:clr>
            <a:srgbClr val="A4A3A4"/>
          </p15:clr>
        </p15:guide>
        <p15:guide id="14" orient="horz" pos="2137" userDrawn="1">
          <p15:clr>
            <a:srgbClr val="A4A3A4"/>
          </p15:clr>
        </p15:guide>
        <p15:guide id="17" orient="horz"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UANG, Junchao [BSE]" initials="HJ[" lastIdx="17" clrIdx="0">
    <p:extLst>
      <p:ext uri="{19B8F6BF-5375-455C-9EA6-DF929625EA0E}">
        <p15:presenceInfo xmlns:p15="http://schemas.microsoft.com/office/powerpoint/2012/main" userId="HUANG, Junchao [B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672C4"/>
    <a:srgbClr val="C1E2F2"/>
    <a:srgbClr val="5780CC"/>
    <a:srgbClr val="25557A"/>
    <a:srgbClr val="285C84"/>
    <a:srgbClr val="5D0808"/>
    <a:srgbClr val="11BBD9"/>
    <a:srgbClr val="1FB8F0"/>
    <a:srgbClr val="14F5FC"/>
    <a:srgbClr val="118C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00" autoAdjust="0"/>
    <p:restoredTop sz="86895" autoAdjust="0"/>
  </p:normalViewPr>
  <p:slideViewPr>
    <p:cSldViewPr snapToGrid="0" showGuides="1">
      <p:cViewPr varScale="1">
        <p:scale>
          <a:sx n="75" d="100"/>
          <a:sy n="75" d="100"/>
        </p:scale>
        <p:origin x="998" y="53"/>
      </p:cViewPr>
      <p:guideLst>
        <p:guide pos="438"/>
        <p:guide pos="7242"/>
        <p:guide orient="horz" pos="3929"/>
        <p:guide orient="horz" pos="3861"/>
        <p:guide/>
        <p:guide pos="7680"/>
        <p:guide orient="horz" pos="4320"/>
        <p:guide pos="1368"/>
        <p:guide pos="6312"/>
        <p:guide pos="3840"/>
        <p:guide orient="horz" pos="2137"/>
        <p:guide orient="horz"/>
      </p:guideLst>
    </p:cSldViewPr>
  </p:slideViewPr>
  <p:notesTextViewPr>
    <p:cViewPr>
      <p:scale>
        <a:sx n="100" d="100"/>
        <a:sy n="100" d="100"/>
      </p:scale>
      <p:origin x="0" y="0"/>
    </p:cViewPr>
  </p:notesTextViewPr>
  <p:sorterViewPr>
    <p:cViewPr>
      <p:scale>
        <a:sx n="150" d="100"/>
        <a:sy n="150" d="100"/>
      </p:scale>
      <p:origin x="0" y="0"/>
    </p:cViewPr>
  </p:sorterViewPr>
  <p:notesViewPr>
    <p:cSldViewPr snapToGrid="0">
      <p:cViewPr varScale="1">
        <p:scale>
          <a:sx n="48" d="100"/>
          <a:sy n="48" d="100"/>
        </p:scale>
        <p:origin x="1896"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8B1414-0B4D-4A4A-9194-B0D789AE13EB}" type="datetimeFigureOut">
              <a:rPr lang="zh-CN" altLang="en-US" smtClean="0">
                <a:ea typeface="微软雅黑" panose="020B0503020204020204" pitchFamily="34" charset="-122"/>
              </a:rPr>
              <a:t>2025/9/2</a:t>
            </a:fld>
            <a:endParaRPr lang="zh-CN" altLang="en-US" dirty="0">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C725FA-AC73-49EC-AAE0-3649C4BCD6CB}" type="slidenum">
              <a:rPr lang="zh-CN" altLang="en-US" smtClean="0">
                <a:ea typeface="微软雅黑" panose="020B0503020204020204" pitchFamily="34" charset="-122"/>
              </a:rPr>
              <a:t>‹#›</a:t>
            </a:fld>
            <a:endParaRPr lang="zh-CN" altLang="en-US" dirty="0">
              <a:ea typeface="微软雅黑" panose="020B0503020204020204" pitchFamily="34" charset="-122"/>
            </a:endParaRPr>
          </a:p>
        </p:txBody>
      </p:sp>
    </p:spTree>
    <p:extLst>
      <p:ext uri="{BB962C8B-B14F-4D97-AF65-F5344CB8AC3E}">
        <p14:creationId xmlns:p14="http://schemas.microsoft.com/office/powerpoint/2010/main" val="1518928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anose="020B0503020204020204" pitchFamily="34" charset="-122"/>
              </a:defRPr>
            </a:lvl1pPr>
          </a:lstStyle>
          <a:p>
            <a:fld id="{C41F7E9C-8225-458D-BA71-57FAC54A8F53}" type="datetimeFigureOut">
              <a:rPr lang="zh-CN" altLang="en-US" smtClean="0"/>
              <a:pPr/>
              <a:t>2025/9/2</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DC990B09-5614-4441-986A-2B8D4B0D146A}" type="slidenum">
              <a:rPr lang="zh-CN" altLang="en-US" smtClean="0"/>
              <a:pPr/>
              <a:t>‹#›</a:t>
            </a:fld>
            <a:endParaRPr lang="zh-CN" altLang="en-US" dirty="0"/>
          </a:p>
        </p:txBody>
      </p:sp>
    </p:spTree>
    <p:extLst>
      <p:ext uri="{BB962C8B-B14F-4D97-AF65-F5344CB8AC3E}">
        <p14:creationId xmlns:p14="http://schemas.microsoft.com/office/powerpoint/2010/main" val="2015268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t>1</a:t>
            </a:fld>
            <a:endParaRPr lang="zh-CN" altLang="en-US"/>
          </a:p>
        </p:txBody>
      </p:sp>
    </p:spTree>
    <p:extLst>
      <p:ext uri="{BB962C8B-B14F-4D97-AF65-F5344CB8AC3E}">
        <p14:creationId xmlns:p14="http://schemas.microsoft.com/office/powerpoint/2010/main" val="3516646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t>2</a:t>
            </a:fld>
            <a:endParaRPr lang="zh-CN" altLang="en-US"/>
          </a:p>
        </p:txBody>
      </p:sp>
    </p:spTree>
    <p:extLst>
      <p:ext uri="{BB962C8B-B14F-4D97-AF65-F5344CB8AC3E}">
        <p14:creationId xmlns:p14="http://schemas.microsoft.com/office/powerpoint/2010/main" val="355673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t>11</a:t>
            </a:fld>
            <a:endParaRPr lang="zh-CN" altLang="en-US"/>
          </a:p>
        </p:txBody>
      </p:sp>
    </p:spTree>
    <p:extLst>
      <p:ext uri="{BB962C8B-B14F-4D97-AF65-F5344CB8AC3E}">
        <p14:creationId xmlns:p14="http://schemas.microsoft.com/office/powerpoint/2010/main" val="3762917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t>12</a:t>
            </a:fld>
            <a:endParaRPr lang="zh-CN" altLang="en-US"/>
          </a:p>
        </p:txBody>
      </p:sp>
    </p:spTree>
    <p:extLst>
      <p:ext uri="{BB962C8B-B14F-4D97-AF65-F5344CB8AC3E}">
        <p14:creationId xmlns:p14="http://schemas.microsoft.com/office/powerpoint/2010/main" val="4173054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t>13</a:t>
            </a:fld>
            <a:endParaRPr lang="zh-CN" altLang="en-US"/>
          </a:p>
        </p:txBody>
      </p:sp>
    </p:spTree>
    <p:extLst>
      <p:ext uri="{BB962C8B-B14F-4D97-AF65-F5344CB8AC3E}">
        <p14:creationId xmlns:p14="http://schemas.microsoft.com/office/powerpoint/2010/main" val="4270393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t>14</a:t>
            </a:fld>
            <a:endParaRPr lang="zh-CN" altLang="en-US"/>
          </a:p>
        </p:txBody>
      </p:sp>
    </p:spTree>
    <p:extLst>
      <p:ext uri="{BB962C8B-B14F-4D97-AF65-F5344CB8AC3E}">
        <p14:creationId xmlns:p14="http://schemas.microsoft.com/office/powerpoint/2010/main" val="2655955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t>16</a:t>
            </a:fld>
            <a:endParaRPr lang="zh-CN" altLang="en-US"/>
          </a:p>
        </p:txBody>
      </p:sp>
    </p:spTree>
    <p:extLst>
      <p:ext uri="{BB962C8B-B14F-4D97-AF65-F5344CB8AC3E}">
        <p14:creationId xmlns:p14="http://schemas.microsoft.com/office/powerpoint/2010/main" val="1996138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t>17</a:t>
            </a:fld>
            <a:endParaRPr lang="zh-CN" altLang="en-US"/>
          </a:p>
        </p:txBody>
      </p:sp>
    </p:spTree>
    <p:extLst>
      <p:ext uri="{BB962C8B-B14F-4D97-AF65-F5344CB8AC3E}">
        <p14:creationId xmlns:p14="http://schemas.microsoft.com/office/powerpoint/2010/main" val="834382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t>18</a:t>
            </a:fld>
            <a:endParaRPr lang="zh-CN" altLang="en-US"/>
          </a:p>
        </p:txBody>
      </p:sp>
    </p:spTree>
    <p:extLst>
      <p:ext uri="{BB962C8B-B14F-4D97-AF65-F5344CB8AC3E}">
        <p14:creationId xmlns:p14="http://schemas.microsoft.com/office/powerpoint/2010/main" val="3277226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t>20</a:t>
            </a:fld>
            <a:endParaRPr lang="zh-CN" altLang="en-US"/>
          </a:p>
        </p:txBody>
      </p:sp>
    </p:spTree>
    <p:extLst>
      <p:ext uri="{BB962C8B-B14F-4D97-AF65-F5344CB8AC3E}">
        <p14:creationId xmlns:p14="http://schemas.microsoft.com/office/powerpoint/2010/main" val="2628592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C990B09-5614-4441-986A-2B8D4B0D146A}" type="slidenum">
              <a:rPr lang="zh-CN" altLang="en-US" smtClean="0"/>
              <a:pPr/>
              <a:t>21</a:t>
            </a:fld>
            <a:endParaRPr lang="zh-CN" altLang="en-US" dirty="0"/>
          </a:p>
        </p:txBody>
      </p:sp>
    </p:spTree>
    <p:extLst>
      <p:ext uri="{BB962C8B-B14F-4D97-AF65-F5344CB8AC3E}">
        <p14:creationId xmlns:p14="http://schemas.microsoft.com/office/powerpoint/2010/main" val="37349932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slideMaster" Target="../slideMasters/slideMaster1.xml"/><Relationship Id="rId5" Type="http://schemas.openxmlformats.org/officeDocument/2006/relationships/tags" Target="../tags/tag31.xml"/><Relationship Id="rId4"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slideMaster" Target="../slideMasters/slideMaster1.xml"/><Relationship Id="rId5" Type="http://schemas.openxmlformats.org/officeDocument/2006/relationships/tags" Target="../tags/tag36.xml"/><Relationship Id="rId4" Type="http://schemas.openxmlformats.org/officeDocument/2006/relationships/tags" Target="../tags/tag3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slideMaster" Target="../slideMasters/slideMaster1.xml"/><Relationship Id="rId5" Type="http://schemas.openxmlformats.org/officeDocument/2006/relationships/tags" Target="../tags/tag41.xml"/><Relationship Id="rId4" Type="http://schemas.openxmlformats.org/officeDocument/2006/relationships/tags" Target="../tags/tag40.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Master" Target="../slideMasters/slideMaster1.xml"/><Relationship Id="rId5" Type="http://schemas.openxmlformats.org/officeDocument/2006/relationships/tags" Target="../tags/tag46.xml"/><Relationship Id="rId4" Type="http://schemas.openxmlformats.org/officeDocument/2006/relationships/tags" Target="../tags/tag4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Master" Target="../slideMasters/slideMaster1.xml"/><Relationship Id="rId5" Type="http://schemas.openxmlformats.org/officeDocument/2006/relationships/tags" Target="../tags/tag51.xml"/><Relationship Id="rId4" Type="http://schemas.openxmlformats.org/officeDocument/2006/relationships/tags" Target="../tags/tag50.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slideMaster" Target="../slideMasters/slideMaster1.xml"/><Relationship Id="rId5" Type="http://schemas.openxmlformats.org/officeDocument/2006/relationships/tags" Target="../tags/tag56.xml"/><Relationship Id="rId4" Type="http://schemas.openxmlformats.org/officeDocument/2006/relationships/tags" Target="../tags/tag5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Master" Target="../slideMasters/slideMaster1.xml"/><Relationship Id="rId5" Type="http://schemas.openxmlformats.org/officeDocument/2006/relationships/tags" Target="../tags/tag61.xml"/><Relationship Id="rId4" Type="http://schemas.openxmlformats.org/officeDocument/2006/relationships/tags" Target="../tags/tag6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3761306111"/>
      </p:ext>
    </p:extLst>
  </p:cSld>
  <p:clrMapOvr>
    <a:masterClrMapping/>
  </p:clrMapOvr>
  <p:transition spd="slow" advClick="0" advTm="3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12AE4BD-7B1A-47A6-AF1C-60737EA473FC}"/>
              </a:ext>
            </a:extLst>
          </p:cNvPr>
          <p:cNvSpPr/>
          <p:nvPr userDrawn="1"/>
        </p:nvSpPr>
        <p:spPr>
          <a:xfrm>
            <a:off x="-44910" y="0"/>
            <a:ext cx="4191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solidFill>
                <a:schemeClr val="bg1"/>
              </a:solidFill>
              <a:latin typeface="微软雅黑" panose="020B0503020204020204" pitchFamily="34" charset="-122"/>
              <a:ea typeface="微软雅黑" panose="020B0503020204020204" pitchFamily="34" charset="-122"/>
              <a:cs typeface="Arial" pitchFamily="34" charset="0"/>
            </a:endParaRPr>
          </a:p>
        </p:txBody>
      </p:sp>
      <p:sp>
        <p:nvSpPr>
          <p:cNvPr id="7" name="矩形 6">
            <a:extLst>
              <a:ext uri="{FF2B5EF4-FFF2-40B4-BE49-F238E27FC236}">
                <a16:creationId xmlns:a16="http://schemas.microsoft.com/office/drawing/2014/main" id="{C2E1304D-1357-49F9-8A3D-C33FDA316F9A}"/>
              </a:ext>
            </a:extLst>
          </p:cNvPr>
          <p:cNvSpPr/>
          <p:nvPr userDrawn="1"/>
        </p:nvSpPr>
        <p:spPr>
          <a:xfrm>
            <a:off x="682590" y="2182609"/>
            <a:ext cx="2736000" cy="197556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文本框 7">
            <a:extLst>
              <a:ext uri="{FF2B5EF4-FFF2-40B4-BE49-F238E27FC236}">
                <a16:creationId xmlns:a16="http://schemas.microsoft.com/office/drawing/2014/main" id="{859BBFE5-D62E-4870-ACB6-CA5D8920D08D}"/>
              </a:ext>
            </a:extLst>
          </p:cNvPr>
          <p:cNvSpPr txBox="1"/>
          <p:nvPr userDrawn="1"/>
        </p:nvSpPr>
        <p:spPr>
          <a:xfrm>
            <a:off x="566829" y="2605275"/>
            <a:ext cx="2967522" cy="1015663"/>
          </a:xfrm>
          <a:prstGeom prst="rect">
            <a:avLst/>
          </a:prstGeom>
          <a:noFill/>
          <a:ln>
            <a:noFill/>
          </a:ln>
        </p:spPr>
        <p:txBody>
          <a:bodyPr wrap="square" rtlCol="0">
            <a:noAutofit/>
          </a:bodyPr>
          <a:lstStyle/>
          <a:p>
            <a:pPr algn="ctr"/>
            <a:r>
              <a:rPr lang="zh-CN" altLang="en-US" sz="6000" b="1" dirty="0">
                <a:solidFill>
                  <a:schemeClr val="bg1"/>
                </a:solidFill>
                <a:latin typeface="+mn-ea"/>
                <a:cs typeface="Arial" pitchFamily="34" charset="0"/>
              </a:rPr>
              <a:t>目录</a:t>
            </a:r>
          </a:p>
        </p:txBody>
      </p:sp>
      <p:sp>
        <p:nvSpPr>
          <p:cNvPr id="9" name="Freeform 5">
            <a:extLst>
              <a:ext uri="{FF2B5EF4-FFF2-40B4-BE49-F238E27FC236}">
                <a16:creationId xmlns:a16="http://schemas.microsoft.com/office/drawing/2014/main" id="{0BF4A072-4ECC-4AA7-8889-3668CAEF3C04}"/>
              </a:ext>
            </a:extLst>
          </p:cNvPr>
          <p:cNvSpPr>
            <a:spLocks noChangeAspect="1" noEditPoints="1"/>
          </p:cNvSpPr>
          <p:nvPr userDrawn="1"/>
        </p:nvSpPr>
        <p:spPr bwMode="auto">
          <a:xfrm>
            <a:off x="1343972" y="1403827"/>
            <a:ext cx="1451056" cy="129600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0" name="矩形 9">
            <a:extLst>
              <a:ext uri="{FF2B5EF4-FFF2-40B4-BE49-F238E27FC236}">
                <a16:creationId xmlns:a16="http://schemas.microsoft.com/office/drawing/2014/main" id="{8263450A-21CE-4706-B5C8-4245C747B51C}"/>
              </a:ext>
            </a:extLst>
          </p:cNvPr>
          <p:cNvSpPr/>
          <p:nvPr userDrawn="1"/>
        </p:nvSpPr>
        <p:spPr>
          <a:xfrm>
            <a:off x="1241036" y="3525075"/>
            <a:ext cx="1598515" cy="400110"/>
          </a:xfrm>
          <a:prstGeom prst="rect">
            <a:avLst/>
          </a:prstGeom>
        </p:spPr>
        <p:txBody>
          <a:bodyPr wrap="none">
            <a:noAutofit/>
          </a:bodyPr>
          <a:lstStyle/>
          <a:p>
            <a:r>
              <a:rPr lang="en-US" altLang="zh-CN" sz="2000" dirty="0">
                <a:solidFill>
                  <a:schemeClr val="bg1"/>
                </a:solidFill>
              </a:rPr>
              <a:t>CONTENTS</a:t>
            </a:r>
          </a:p>
        </p:txBody>
      </p:sp>
    </p:spTree>
    <p:extLst>
      <p:ext uri="{BB962C8B-B14F-4D97-AF65-F5344CB8AC3E}">
        <p14:creationId xmlns:p14="http://schemas.microsoft.com/office/powerpoint/2010/main" val="1535895619"/>
      </p:ext>
    </p:extLst>
  </p:cSld>
  <p:clrMapOvr>
    <a:masterClrMapping/>
  </p:clrMapOvr>
  <p:transition spd="slow" advClick="0" advTm="3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2051D988-7C38-4078-9A02-26B29BBF89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0494"/>
          <a:stretch/>
        </p:blipFill>
        <p:spPr>
          <a:xfrm>
            <a:off x="0" y="0"/>
            <a:ext cx="12192000" cy="3429000"/>
          </a:xfrm>
          <a:prstGeom prst="rect">
            <a:avLst/>
          </a:prstGeom>
        </p:spPr>
      </p:pic>
      <p:sp>
        <p:nvSpPr>
          <p:cNvPr id="7" name="矩形 6">
            <a:extLst>
              <a:ext uri="{FF2B5EF4-FFF2-40B4-BE49-F238E27FC236}">
                <a16:creationId xmlns:a16="http://schemas.microsoft.com/office/drawing/2014/main" id="{FFF4CC56-71A3-4BFE-854F-FE1A7279B6C0}"/>
              </a:ext>
            </a:extLst>
          </p:cNvPr>
          <p:cNvSpPr/>
          <p:nvPr userDrawn="1"/>
        </p:nvSpPr>
        <p:spPr>
          <a:xfrm>
            <a:off x="0" y="0"/>
            <a:ext cx="12192000" cy="342900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0BE3CA71-9CCD-4AD0-BCD9-52DC4C4CBE07}"/>
              </a:ext>
            </a:extLst>
          </p:cNvPr>
          <p:cNvSpPr txBox="1"/>
          <p:nvPr userDrawn="1"/>
        </p:nvSpPr>
        <p:spPr>
          <a:xfrm>
            <a:off x="4772560" y="1130300"/>
            <a:ext cx="2646878" cy="1569660"/>
          </a:xfrm>
          <a:prstGeom prst="rect">
            <a:avLst/>
          </a:prstGeom>
          <a:noFill/>
        </p:spPr>
        <p:txBody>
          <a:bodyPr wrap="none" rtlCol="0">
            <a:noAutofit/>
          </a:bodyPr>
          <a:lstStyle/>
          <a:p>
            <a:r>
              <a:rPr lang="zh-CN" altLang="en-US" sz="9600" dirty="0">
                <a:solidFill>
                  <a:schemeClr val="bg1"/>
                </a:solidFill>
              </a:rPr>
              <a:t>目录</a:t>
            </a:r>
          </a:p>
        </p:txBody>
      </p:sp>
      <p:sp>
        <p:nvSpPr>
          <p:cNvPr id="9" name="矩形 8">
            <a:extLst>
              <a:ext uri="{FF2B5EF4-FFF2-40B4-BE49-F238E27FC236}">
                <a16:creationId xmlns:a16="http://schemas.microsoft.com/office/drawing/2014/main" id="{C06DE5F5-8934-4C0D-84D1-E8DB1080A817}"/>
              </a:ext>
            </a:extLst>
          </p:cNvPr>
          <p:cNvSpPr/>
          <p:nvPr userDrawn="1"/>
        </p:nvSpPr>
        <p:spPr>
          <a:xfrm>
            <a:off x="4734088" y="2614203"/>
            <a:ext cx="2723823" cy="646331"/>
          </a:xfrm>
          <a:prstGeom prst="rect">
            <a:avLst/>
          </a:prstGeom>
        </p:spPr>
        <p:txBody>
          <a:bodyPr wrap="none">
            <a:noAutofit/>
          </a:bodyPr>
          <a:lstStyle/>
          <a:p>
            <a:r>
              <a:rPr lang="en-US" altLang="zh-CN" sz="3600" dirty="0">
                <a:solidFill>
                  <a:schemeClr val="bg1"/>
                </a:solidFill>
              </a:rPr>
              <a:t>CONTENTS</a:t>
            </a:r>
          </a:p>
        </p:txBody>
      </p:sp>
      <p:sp>
        <p:nvSpPr>
          <p:cNvPr id="10" name="矩形 9">
            <a:extLst>
              <a:ext uri="{FF2B5EF4-FFF2-40B4-BE49-F238E27FC236}">
                <a16:creationId xmlns:a16="http://schemas.microsoft.com/office/drawing/2014/main" id="{7286E172-704B-49EF-B32D-A6612AF05024}"/>
              </a:ext>
            </a:extLst>
          </p:cNvPr>
          <p:cNvSpPr/>
          <p:nvPr userDrawn="1"/>
        </p:nvSpPr>
        <p:spPr>
          <a:xfrm>
            <a:off x="682589" y="509286"/>
            <a:ext cx="10836311" cy="3078866"/>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extLst>
      <p:ext uri="{BB962C8B-B14F-4D97-AF65-F5344CB8AC3E}">
        <p14:creationId xmlns:p14="http://schemas.microsoft.com/office/powerpoint/2010/main" val="3446276964"/>
      </p:ext>
    </p:extLst>
  </p:cSld>
  <p:clrMapOvr>
    <a:masterClrMapping/>
  </p:clrMapOvr>
  <p:transition spd="slow" advClick="0" advTm="3000">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页3">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8874CC96-98FA-42AA-9F2A-D614306743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53993" y="1123128"/>
            <a:ext cx="7954302" cy="4997836"/>
          </a:xfrm>
          <a:prstGeom prst="rect">
            <a:avLst/>
          </a:prstGeom>
        </p:spPr>
      </p:pic>
      <p:sp>
        <p:nvSpPr>
          <p:cNvPr id="7" name="矩形 6">
            <a:extLst>
              <a:ext uri="{FF2B5EF4-FFF2-40B4-BE49-F238E27FC236}">
                <a16:creationId xmlns:a16="http://schemas.microsoft.com/office/drawing/2014/main" id="{FD5C5D76-79AD-4D09-ABEC-3CFEF880FD30}"/>
              </a:ext>
            </a:extLst>
          </p:cNvPr>
          <p:cNvSpPr/>
          <p:nvPr userDrawn="1"/>
        </p:nvSpPr>
        <p:spPr>
          <a:xfrm>
            <a:off x="660400" y="1130300"/>
            <a:ext cx="3095625" cy="5003800"/>
          </a:xfrm>
          <a:prstGeom prst="rect">
            <a:avLst/>
          </a:prstGeom>
          <a:gradFill flip="none" rotWithShape="1">
            <a:gsLst>
              <a:gs pos="46000">
                <a:schemeClr val="accent1"/>
              </a:gs>
              <a:gs pos="0">
                <a:schemeClr val="accent1"/>
              </a:gs>
              <a:gs pos="100000">
                <a:schemeClr val="accent1">
                  <a:lumMod val="85000"/>
                  <a:lumOff val="15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矩形 7">
            <a:extLst>
              <a:ext uri="{FF2B5EF4-FFF2-40B4-BE49-F238E27FC236}">
                <a16:creationId xmlns:a16="http://schemas.microsoft.com/office/drawing/2014/main" id="{2D630481-05A4-46F7-82A1-C49C95FA9E16}"/>
              </a:ext>
            </a:extLst>
          </p:cNvPr>
          <p:cNvSpPr/>
          <p:nvPr userDrawn="1"/>
        </p:nvSpPr>
        <p:spPr>
          <a:xfrm flipH="1">
            <a:off x="8423275" y="1130300"/>
            <a:ext cx="3095625" cy="5003800"/>
          </a:xfrm>
          <a:prstGeom prst="rect">
            <a:avLst/>
          </a:prstGeom>
          <a:gradFill flip="none" rotWithShape="1">
            <a:gsLst>
              <a:gs pos="46000">
                <a:schemeClr val="accent1"/>
              </a:gs>
              <a:gs pos="0">
                <a:schemeClr val="accent1"/>
              </a:gs>
              <a:gs pos="100000">
                <a:schemeClr val="accent1">
                  <a:lumMod val="85000"/>
                  <a:lumOff val="15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a:extLst>
              <a:ext uri="{FF2B5EF4-FFF2-40B4-BE49-F238E27FC236}">
                <a16:creationId xmlns:a16="http://schemas.microsoft.com/office/drawing/2014/main" id="{25792211-4E6F-437D-BE4B-AF26A4FBC943}"/>
              </a:ext>
            </a:extLst>
          </p:cNvPr>
          <p:cNvSpPr/>
          <p:nvPr userDrawn="1"/>
        </p:nvSpPr>
        <p:spPr>
          <a:xfrm>
            <a:off x="658813" y="1117164"/>
            <a:ext cx="10858500" cy="50038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0" name="文本框 9">
            <a:extLst>
              <a:ext uri="{FF2B5EF4-FFF2-40B4-BE49-F238E27FC236}">
                <a16:creationId xmlns:a16="http://schemas.microsoft.com/office/drawing/2014/main" id="{A406FBFB-387B-4462-8B6A-E1F35E2EDE15}"/>
              </a:ext>
            </a:extLst>
          </p:cNvPr>
          <p:cNvSpPr txBox="1"/>
          <p:nvPr userDrawn="1"/>
        </p:nvSpPr>
        <p:spPr>
          <a:xfrm>
            <a:off x="4998295" y="1130300"/>
            <a:ext cx="1891010" cy="455949"/>
          </a:xfrm>
          <a:custGeom>
            <a:avLst/>
            <a:gdLst/>
            <a:ahLst/>
            <a:cxnLst/>
            <a:rect l="l" t="t" r="r" b="b"/>
            <a:pathLst>
              <a:path w="1891010" h="455949">
                <a:moveTo>
                  <a:pt x="126801" y="168413"/>
                </a:moveTo>
                <a:lnTo>
                  <a:pt x="126801" y="271998"/>
                </a:lnTo>
                <a:lnTo>
                  <a:pt x="576857" y="271998"/>
                </a:lnTo>
                <a:lnTo>
                  <a:pt x="576857" y="168413"/>
                </a:lnTo>
                <a:close/>
                <a:moveTo>
                  <a:pt x="1510605" y="34468"/>
                </a:moveTo>
                <a:lnTo>
                  <a:pt x="1510605" y="71080"/>
                </a:lnTo>
                <a:cubicBezTo>
                  <a:pt x="1533227" y="103227"/>
                  <a:pt x="1559123" y="132099"/>
                  <a:pt x="1588293" y="157698"/>
                </a:cubicBezTo>
                <a:cubicBezTo>
                  <a:pt x="1638300" y="123170"/>
                  <a:pt x="1688306" y="82093"/>
                  <a:pt x="1738312" y="34468"/>
                </a:cubicBezTo>
                <a:close/>
                <a:moveTo>
                  <a:pt x="1168598" y="34468"/>
                </a:moveTo>
                <a:cubicBezTo>
                  <a:pt x="1204912" y="61257"/>
                  <a:pt x="1244500" y="92213"/>
                  <a:pt x="1287363" y="127337"/>
                </a:cubicBezTo>
                <a:lnTo>
                  <a:pt x="1214139" y="206811"/>
                </a:lnTo>
                <a:cubicBezTo>
                  <a:pt x="1275457" y="178236"/>
                  <a:pt x="1333500" y="149066"/>
                  <a:pt x="1388268" y="119300"/>
                </a:cubicBezTo>
                <a:lnTo>
                  <a:pt x="1388268" y="34468"/>
                </a:lnTo>
                <a:close/>
                <a:moveTo>
                  <a:pt x="1006971" y="0"/>
                </a:moveTo>
                <a:lnTo>
                  <a:pt x="1889224" y="0"/>
                </a:lnTo>
                <a:lnTo>
                  <a:pt x="1889224" y="34468"/>
                </a:lnTo>
                <a:lnTo>
                  <a:pt x="1748135" y="34468"/>
                </a:lnTo>
                <a:lnTo>
                  <a:pt x="1831181" y="121086"/>
                </a:lnTo>
                <a:cubicBezTo>
                  <a:pt x="1778198" y="156209"/>
                  <a:pt x="1727894" y="190738"/>
                  <a:pt x="1680269" y="224670"/>
                </a:cubicBezTo>
                <a:cubicBezTo>
                  <a:pt x="1740991" y="260389"/>
                  <a:pt x="1811238" y="288071"/>
                  <a:pt x="1891010" y="307716"/>
                </a:cubicBezTo>
                <a:cubicBezTo>
                  <a:pt x="1855291" y="355341"/>
                  <a:pt x="1828800" y="392548"/>
                  <a:pt x="1811535" y="419338"/>
                </a:cubicBezTo>
                <a:cubicBezTo>
                  <a:pt x="1691878" y="376475"/>
                  <a:pt x="1591568" y="308312"/>
                  <a:pt x="1510605" y="214848"/>
                </a:cubicBezTo>
                <a:lnTo>
                  <a:pt x="1510605" y="312181"/>
                </a:lnTo>
                <a:cubicBezTo>
                  <a:pt x="1510605" y="401478"/>
                  <a:pt x="1473398" y="447913"/>
                  <a:pt x="1398984" y="451484"/>
                </a:cubicBezTo>
                <a:cubicBezTo>
                  <a:pt x="1363265" y="453866"/>
                  <a:pt x="1318617" y="455354"/>
                  <a:pt x="1265039" y="455949"/>
                </a:cubicBezTo>
                <a:cubicBezTo>
                  <a:pt x="1256109" y="411301"/>
                  <a:pt x="1247179" y="373201"/>
                  <a:pt x="1238250" y="341649"/>
                </a:cubicBezTo>
                <a:cubicBezTo>
                  <a:pt x="1279921" y="344626"/>
                  <a:pt x="1312068" y="345816"/>
                  <a:pt x="1334690" y="345221"/>
                </a:cubicBezTo>
                <a:cubicBezTo>
                  <a:pt x="1370409" y="345221"/>
                  <a:pt x="1388268" y="326171"/>
                  <a:pt x="1388268" y="288071"/>
                </a:cubicBezTo>
                <a:lnTo>
                  <a:pt x="1388268" y="242530"/>
                </a:lnTo>
                <a:cubicBezTo>
                  <a:pt x="1253728" y="312181"/>
                  <a:pt x="1145083" y="370820"/>
                  <a:pt x="1062335" y="418445"/>
                </a:cubicBezTo>
                <a:lnTo>
                  <a:pt x="1003399" y="300573"/>
                </a:lnTo>
                <a:cubicBezTo>
                  <a:pt x="1074836" y="270807"/>
                  <a:pt x="1142702" y="240744"/>
                  <a:pt x="1206996" y="210383"/>
                </a:cubicBezTo>
                <a:cubicBezTo>
                  <a:pt x="1158180" y="163948"/>
                  <a:pt x="1112936" y="124956"/>
                  <a:pt x="1071264" y="93404"/>
                </a:cubicBezTo>
                <a:lnTo>
                  <a:pt x="1122164" y="34468"/>
                </a:lnTo>
                <a:lnTo>
                  <a:pt x="1006971" y="34468"/>
                </a:lnTo>
                <a:close/>
                <a:moveTo>
                  <a:pt x="0" y="0"/>
                </a:moveTo>
                <a:lnTo>
                  <a:pt x="126801" y="0"/>
                </a:lnTo>
                <a:lnTo>
                  <a:pt x="126801" y="54113"/>
                </a:lnTo>
                <a:lnTo>
                  <a:pt x="576857" y="54113"/>
                </a:lnTo>
                <a:lnTo>
                  <a:pt x="576857" y="0"/>
                </a:lnTo>
                <a:lnTo>
                  <a:pt x="703659" y="0"/>
                </a:lnTo>
                <a:lnTo>
                  <a:pt x="703659" y="450591"/>
                </a:lnTo>
                <a:lnTo>
                  <a:pt x="576857" y="450591"/>
                </a:lnTo>
                <a:lnTo>
                  <a:pt x="576857" y="389870"/>
                </a:lnTo>
                <a:lnTo>
                  <a:pt x="126801" y="389870"/>
                </a:lnTo>
                <a:lnTo>
                  <a:pt x="126801" y="450591"/>
                </a:lnTo>
                <a:lnTo>
                  <a:pt x="0" y="450591"/>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dist"/>
            <a:endParaRPr lang="zh-CN" altLang="en-US" sz="72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文本框 10">
            <a:extLst>
              <a:ext uri="{FF2B5EF4-FFF2-40B4-BE49-F238E27FC236}">
                <a16:creationId xmlns:a16="http://schemas.microsoft.com/office/drawing/2014/main" id="{18495BB5-4A4F-4083-B0C7-C446DF114D5B}"/>
              </a:ext>
            </a:extLst>
          </p:cNvPr>
          <p:cNvSpPr txBox="1"/>
          <p:nvPr userDrawn="1"/>
        </p:nvSpPr>
        <p:spPr>
          <a:xfrm>
            <a:off x="4888519" y="1576895"/>
            <a:ext cx="2078337" cy="400110"/>
          </a:xfrm>
          <a:prstGeom prst="rect">
            <a:avLst/>
          </a:prstGeom>
          <a:noFill/>
        </p:spPr>
        <p:txBody>
          <a:bodyPr wrap="square" rtlCol="0">
            <a:noAutofit/>
          </a:bodyPr>
          <a:lstStyle/>
          <a:p>
            <a:pPr algn="dist"/>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文本框 11">
            <a:extLst>
              <a:ext uri="{FF2B5EF4-FFF2-40B4-BE49-F238E27FC236}">
                <a16:creationId xmlns:a16="http://schemas.microsoft.com/office/drawing/2014/main" id="{2E4082FD-8489-4D15-BCD3-90190FF59FC2}"/>
              </a:ext>
            </a:extLst>
          </p:cNvPr>
          <p:cNvSpPr txBox="1"/>
          <p:nvPr userDrawn="1"/>
        </p:nvSpPr>
        <p:spPr>
          <a:xfrm>
            <a:off x="4998295" y="737036"/>
            <a:ext cx="1889224" cy="393264"/>
          </a:xfrm>
          <a:custGeom>
            <a:avLst/>
            <a:gdLst/>
            <a:ahLst/>
            <a:cxnLst/>
            <a:rect l="l" t="t" r="r" b="b"/>
            <a:pathLst>
              <a:path w="1889224" h="393264">
                <a:moveTo>
                  <a:pt x="126801" y="136624"/>
                </a:moveTo>
                <a:lnTo>
                  <a:pt x="126801" y="234851"/>
                </a:lnTo>
                <a:lnTo>
                  <a:pt x="576857" y="234851"/>
                </a:lnTo>
                <a:lnTo>
                  <a:pt x="576857" y="136624"/>
                </a:lnTo>
                <a:close/>
                <a:moveTo>
                  <a:pt x="0" y="18752"/>
                </a:moveTo>
                <a:lnTo>
                  <a:pt x="703659" y="18752"/>
                </a:lnTo>
                <a:lnTo>
                  <a:pt x="703659" y="393264"/>
                </a:lnTo>
                <a:lnTo>
                  <a:pt x="576857" y="393264"/>
                </a:lnTo>
                <a:lnTo>
                  <a:pt x="576857" y="349151"/>
                </a:lnTo>
                <a:lnTo>
                  <a:pt x="126801" y="349151"/>
                </a:lnTo>
                <a:lnTo>
                  <a:pt x="126801" y="393264"/>
                </a:lnTo>
                <a:lnTo>
                  <a:pt x="0" y="393264"/>
                </a:lnTo>
                <a:close/>
                <a:moveTo>
                  <a:pt x="1081087" y="0"/>
                </a:moveTo>
                <a:lnTo>
                  <a:pt x="1765101" y="0"/>
                </a:lnTo>
                <a:lnTo>
                  <a:pt x="1765101" y="323255"/>
                </a:lnTo>
                <a:lnTo>
                  <a:pt x="1889224" y="323255"/>
                </a:lnTo>
                <a:lnTo>
                  <a:pt x="1889224" y="393264"/>
                </a:lnTo>
                <a:lnTo>
                  <a:pt x="1006970" y="393264"/>
                </a:lnTo>
                <a:lnTo>
                  <a:pt x="1006970" y="323255"/>
                </a:lnTo>
                <a:lnTo>
                  <a:pt x="1642764" y="323255"/>
                </a:lnTo>
                <a:lnTo>
                  <a:pt x="1642764" y="263426"/>
                </a:lnTo>
                <a:lnTo>
                  <a:pt x="1112341" y="263426"/>
                </a:lnTo>
                <a:lnTo>
                  <a:pt x="1112341" y="164306"/>
                </a:lnTo>
                <a:lnTo>
                  <a:pt x="1642764" y="164306"/>
                </a:lnTo>
                <a:lnTo>
                  <a:pt x="1642764" y="104477"/>
                </a:lnTo>
                <a:lnTo>
                  <a:pt x="1081087" y="104477"/>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dist"/>
            <a:endParaRPr lang="zh-CN" altLang="en-US" sz="7200" b="1" dirty="0">
              <a:solidFill>
                <a:schemeClr val="accent3"/>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矩形 12">
            <a:extLst>
              <a:ext uri="{FF2B5EF4-FFF2-40B4-BE49-F238E27FC236}">
                <a16:creationId xmlns:a16="http://schemas.microsoft.com/office/drawing/2014/main" id="{37CC48B1-6D6B-4BEE-A3BE-CF34EB4BE530}"/>
              </a:ext>
            </a:extLst>
          </p:cNvPr>
          <p:cNvSpPr/>
          <p:nvPr userDrawn="1"/>
        </p:nvSpPr>
        <p:spPr>
          <a:xfrm>
            <a:off x="315686" y="368300"/>
            <a:ext cx="11560628" cy="6248400"/>
          </a:xfrm>
          <a:prstGeom prst="rect">
            <a:avLst/>
          </a:prstGeom>
          <a:noFill/>
          <a:ln w="88900">
            <a:gradFill flip="none" rotWithShape="1">
              <a:gsLst>
                <a:gs pos="0">
                  <a:schemeClr val="accent1">
                    <a:lumMod val="60000"/>
                    <a:lumOff val="40000"/>
                  </a:schemeClr>
                </a:gs>
                <a:gs pos="100000">
                  <a:schemeClr val="accent1"/>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40160132"/>
      </p:ext>
    </p:extLst>
  </p:cSld>
  <p:clrMapOvr>
    <a:masterClrMapping/>
  </p:clrMapOvr>
  <p:transition spd="slow" advClick="0" advTm="3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过渡页1">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928319"/>
            <a:ext cx="9144000" cy="813556"/>
          </a:xfrm>
        </p:spPr>
        <p:txBody>
          <a:bodyPr anchor="ctr">
            <a:noAutofit/>
          </a:bodyPr>
          <a:lstStyle>
            <a:lvl1pPr algn="ctr">
              <a:lnSpc>
                <a:spcPct val="100000"/>
              </a:lnSpc>
              <a:defRPr sz="4000" b="1">
                <a:solidFill>
                  <a:schemeClr val="bg1"/>
                </a:solidFill>
                <a:latin typeface="微软雅黑" pitchFamily="34" charset="-122"/>
                <a:ea typeface="微软雅黑" pitchFamily="34" charset="-122"/>
              </a:defRPr>
            </a:lvl1pPr>
          </a:lstStyle>
          <a:p>
            <a:r>
              <a:rPr lang="zh-CN" altLang="en-US" dirty="0"/>
              <a:t>单击此处编辑母版标题样式</a:t>
            </a:r>
          </a:p>
        </p:txBody>
      </p:sp>
      <p:sp>
        <p:nvSpPr>
          <p:cNvPr id="7" name="Freeform 5"/>
          <p:cNvSpPr>
            <a:spLocks noEditPoints="1"/>
          </p:cNvSpPr>
          <p:nvPr userDrawn="1"/>
        </p:nvSpPr>
        <p:spPr bwMode="auto">
          <a:xfrm>
            <a:off x="5251126" y="1326369"/>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Click="0" advTm="3000"/>
    </mc:Choice>
    <mc:Fallback xmlns="">
      <p:transition advClick="0" advTm="3000"/>
    </mc:Fallback>
  </mc:AlternateContent>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ADCEE-0FB6-46AB-BF07-E70F4CDAC64F}"/>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3B7B2F0-AE5A-4B0B-8E37-E2E08753218F}"/>
              </a:ext>
            </a:extLst>
          </p:cNvPr>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5">
            <a:extLst>
              <a:ext uri="{FF2B5EF4-FFF2-40B4-BE49-F238E27FC236}">
                <a16:creationId xmlns:a16="http://schemas.microsoft.com/office/drawing/2014/main" id="{EA113AB3-C633-486D-B75E-133B81F54E56}"/>
              </a:ext>
            </a:extLst>
          </p:cNvPr>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a:extLst>
              <a:ext uri="{FF2B5EF4-FFF2-40B4-BE49-F238E27FC236}">
                <a16:creationId xmlns:a16="http://schemas.microsoft.com/office/drawing/2014/main" id="{78E260A6-64F8-49C6-822C-A370DCBA62C4}"/>
              </a:ext>
            </a:extLst>
          </p:cNvPr>
          <p:cNvSpPr>
            <a:spLocks noGrp="1"/>
          </p:cNvSpPr>
          <p:nvPr>
            <p:ph type="body" sz="quarter" idx="10"/>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3234752527"/>
      </p:ext>
    </p:extLst>
  </p:cSld>
  <p:clrMapOvr>
    <a:masterClrMapping/>
  </p:clrMapOvr>
  <p:transition spd="slow" advClick="0" advTm="3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68B8FB4-54F5-4302-8747-F125241994A3}"/>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V 形 7">
            <a:extLst>
              <a:ext uri="{FF2B5EF4-FFF2-40B4-BE49-F238E27FC236}">
                <a16:creationId xmlns:a16="http://schemas.microsoft.com/office/drawing/2014/main" id="{34769E29-9870-4500-8C2C-0299BC87D781}"/>
              </a:ext>
            </a:extLst>
          </p:cNvPr>
          <p:cNvSpPr/>
          <p:nvPr userDrawn="1"/>
        </p:nvSpPr>
        <p:spPr>
          <a:xfrm>
            <a:off x="1240775" y="2247441"/>
            <a:ext cx="2610998" cy="1310783"/>
          </a:xfrm>
          <a:prstGeom prst="chevron">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箭头: V 形 8">
            <a:extLst>
              <a:ext uri="{FF2B5EF4-FFF2-40B4-BE49-F238E27FC236}">
                <a16:creationId xmlns:a16="http://schemas.microsoft.com/office/drawing/2014/main" id="{ED8EA976-B2A4-49E0-AE85-E28E20A97F36}"/>
              </a:ext>
            </a:extLst>
          </p:cNvPr>
          <p:cNvSpPr/>
          <p:nvPr userDrawn="1"/>
        </p:nvSpPr>
        <p:spPr>
          <a:xfrm>
            <a:off x="1249509" y="2247441"/>
            <a:ext cx="2190921" cy="1310783"/>
          </a:xfrm>
          <a:prstGeom prst="chevron">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文本占位符 10">
            <a:extLst>
              <a:ext uri="{FF2B5EF4-FFF2-40B4-BE49-F238E27FC236}">
                <a16:creationId xmlns:a16="http://schemas.microsoft.com/office/drawing/2014/main" id="{A0ADDF42-65A8-4FF5-BCAF-1AED406E12DB}"/>
              </a:ext>
            </a:extLst>
          </p:cNvPr>
          <p:cNvSpPr>
            <a:spLocks noGrp="1"/>
          </p:cNvSpPr>
          <p:nvPr>
            <p:ph type="body" sz="quarter" idx="10"/>
          </p:nvPr>
        </p:nvSpPr>
        <p:spPr>
          <a:xfrm>
            <a:off x="4463697" y="2443477"/>
            <a:ext cx="6568738" cy="918710"/>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2181389213"/>
      </p:ext>
    </p:extLst>
  </p:cSld>
  <p:clrMapOvr>
    <a:masterClrMapping/>
  </p:clrMapOvr>
  <p:transition spd="slow" advClick="0" advTm="3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18514A7-472D-4B93-B405-E4479D8A1775}"/>
              </a:ext>
            </a:extLst>
          </p:cNvPr>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CFB25EEC-30E2-414D-8579-B6B5E67C8F1A}"/>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14910A1B-EA1B-401A-B805-5E701798A2CA}"/>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CA0902C-BC1A-4A0F-A238-C040212F2FF5}"/>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内容页2">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Autofit/>
          </a:bodyPr>
          <a:lstStyle>
            <a:lvl1pPr>
              <a:defRPr sz="3200" b="1">
                <a:solidFill>
                  <a:schemeClr val="tx1"/>
                </a:solidFill>
                <a:latin typeface="微软雅黑" pitchFamily="34" charset="-122"/>
                <a:ea typeface="微软雅黑" pitchFamily="34" charset="-122"/>
              </a:defRPr>
            </a:lvl1pPr>
          </a:lstStyle>
          <a:p>
            <a:r>
              <a:rPr lang="zh-CN" altLang="en-US" dirty="0"/>
              <a:t>单击此处编辑母版标题样式</a:t>
            </a:r>
          </a:p>
        </p:txBody>
      </p:sp>
      <p:sp>
        <p:nvSpPr>
          <p:cNvPr id="6" name="Freeform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82AFE5DD-085A-4F11-85D9-D79E3A75E95E}"/>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22E51A76-0D5F-46BF-BD17-1B950BB9E6B0}"/>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15443E4-01C3-49AD-8B0F-AECB1EB0BF32}"/>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结尾页1">
    <p:bg>
      <p:bgPr>
        <a:solidFill>
          <a:schemeClr val="accent1"/>
        </a:solidFill>
        <a:effectLst/>
      </p:bgPr>
    </p:bg>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5D2DC35-8B4F-44F6-B35A-D5D618F14D1C}"/>
              </a:ext>
            </a:extLst>
          </p:cNvPr>
          <p:cNvSpPr>
            <a:spLocks noGrp="1"/>
          </p:cNvSpPr>
          <p:nvPr>
            <p:ph type="ctrTitle"/>
          </p:nvPr>
        </p:nvSpPr>
        <p:spPr>
          <a:xfrm>
            <a:off x="1524000" y="2544006"/>
            <a:ext cx="9144000" cy="813556"/>
          </a:xfrm>
        </p:spPr>
        <p:txBody>
          <a:bodyPr/>
          <a:lstStyle/>
          <a:p>
            <a:endParaRPr lang="zh-CN" altLang="en-US"/>
          </a:p>
        </p:txBody>
      </p:sp>
      <p:sp>
        <p:nvSpPr>
          <p:cNvPr id="7" name="矩形 6">
            <a:extLst>
              <a:ext uri="{FF2B5EF4-FFF2-40B4-BE49-F238E27FC236}">
                <a16:creationId xmlns:a16="http://schemas.microsoft.com/office/drawing/2014/main" id="{98054721-1392-4121-BA16-4193948BCD73}"/>
              </a:ext>
            </a:extLst>
          </p:cNvPr>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a:extLst>
              <a:ext uri="{FF2B5EF4-FFF2-40B4-BE49-F238E27FC236}">
                <a16:creationId xmlns:a16="http://schemas.microsoft.com/office/drawing/2014/main" id="{719D75CD-F2FD-4F9C-ACC6-B5478B677422}"/>
              </a:ext>
            </a:extLst>
          </p:cNvPr>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09345531-705B-4474-B0C9-ECE90B335E08}"/>
              </a:ext>
            </a:extLst>
          </p:cNvPr>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600" b="1" dirty="0">
                <a:solidFill>
                  <a:schemeClr val="accent1"/>
                </a:solidFill>
                <a:latin typeface="+mn-lt"/>
                <a:ea typeface="微软雅黑" pitchFamily="34" charset="-122"/>
              </a:rPr>
              <a:t>THANKS</a:t>
            </a:r>
          </a:p>
        </p:txBody>
      </p:sp>
      <p:sp>
        <p:nvSpPr>
          <p:cNvPr id="11" name="TextBox 8">
            <a:extLst>
              <a:ext uri="{FF2B5EF4-FFF2-40B4-BE49-F238E27FC236}">
                <a16:creationId xmlns:a16="http://schemas.microsoft.com/office/drawing/2014/main" id="{A23B1E8F-2F55-422E-B603-E706D6122F8C}"/>
              </a:ext>
            </a:extLst>
          </p:cNvPr>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mn-ea"/>
                <a:ea typeface="+mn-ea"/>
              </a:rPr>
              <a:t>敬请各位老师指导</a:t>
            </a:r>
          </a:p>
        </p:txBody>
      </p:sp>
      <p:sp>
        <p:nvSpPr>
          <p:cNvPr id="12" name="Freeform 5">
            <a:extLst>
              <a:ext uri="{FF2B5EF4-FFF2-40B4-BE49-F238E27FC236}">
                <a16:creationId xmlns:a16="http://schemas.microsoft.com/office/drawing/2014/main" id="{E21DAFCA-DCD4-48E1-9AF3-5524ED008A3D}"/>
              </a:ext>
            </a:extLst>
          </p:cNvPr>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a:extLst>
              <a:ext uri="{FF2B5EF4-FFF2-40B4-BE49-F238E27FC236}">
                <a16:creationId xmlns:a16="http://schemas.microsoft.com/office/drawing/2014/main" id="{CE666CD7-A177-46CE-B364-E6F807F02A1D}"/>
              </a:ext>
            </a:extLst>
          </p:cNvPr>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6670386A-8333-4787-99CE-B4043E32D0B0}"/>
              </a:ext>
            </a:extLst>
          </p:cNvPr>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a:extLst>
              <a:ext uri="{FF2B5EF4-FFF2-40B4-BE49-F238E27FC236}">
                <a16:creationId xmlns:a16="http://schemas.microsoft.com/office/drawing/2014/main" id="{3E50ACB9-3926-4C8F-ADD2-872B78C6258A}"/>
              </a:ext>
            </a:extLst>
          </p:cNvPr>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F3784E2E-53D3-4339-916F-6D06B8184A42}"/>
              </a:ext>
            </a:extLst>
          </p:cNvPr>
          <p:cNvCxnSpPr>
            <a:cxnSpLocks/>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8E91A18-23A8-4F2D-9ABA-CD75F23C2CDF}"/>
              </a:ext>
            </a:extLst>
          </p:cNvPr>
          <p:cNvCxnSpPr>
            <a:cxnSpLocks/>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5149185"/>
      </p:ext>
    </p:extLst>
  </p:cSld>
  <p:clrMapOvr>
    <a:masterClrMapping/>
  </p:clrMapOvr>
  <p:transition spd="slow" advClick="0" advTm="300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结尾页2">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1040929616"/>
      </p:ext>
    </p:extLst>
  </p:cSld>
  <p:clrMapOvr>
    <a:masterClrMapping/>
  </p:clrMapOvr>
  <p:transition spd="slow" advClick="0" advTm="300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封面页">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2089395150"/>
      </p:ext>
    </p:extLst>
  </p:cSld>
  <p:clrMapOvr>
    <a:masterClrMapping/>
  </p:clrMapOvr>
  <p:transition spd="slow" advClick="0" advTm="3000">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ADCEE-0FB6-46AB-BF07-E70F4CDAC64F}"/>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3B7B2F0-AE5A-4B0B-8E37-E2E08753218F}"/>
              </a:ext>
            </a:extLst>
          </p:cNvPr>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5">
            <a:extLst>
              <a:ext uri="{FF2B5EF4-FFF2-40B4-BE49-F238E27FC236}">
                <a16:creationId xmlns:a16="http://schemas.microsoft.com/office/drawing/2014/main" id="{EA113AB3-C633-486D-B75E-133B81F54E56}"/>
              </a:ext>
            </a:extLst>
          </p:cNvPr>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a:extLst>
              <a:ext uri="{FF2B5EF4-FFF2-40B4-BE49-F238E27FC236}">
                <a16:creationId xmlns:a16="http://schemas.microsoft.com/office/drawing/2014/main" id="{78E260A6-64F8-49C6-822C-A370DCBA62C4}"/>
              </a:ext>
            </a:extLst>
          </p:cNvPr>
          <p:cNvSpPr>
            <a:spLocks noGrp="1"/>
          </p:cNvSpPr>
          <p:nvPr>
            <p:ph type="body" sz="quarter" idx="10"/>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252847551"/>
      </p:ext>
    </p:extLst>
  </p:cSld>
  <p:clrMapOvr>
    <a:masterClrMapping/>
  </p:clrMapOvr>
  <p:transition spd="slow" advClick="0" advTm="3000">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内容页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18514A7-472D-4B93-B405-E4479D8A1775}"/>
              </a:ext>
            </a:extLst>
          </p:cNvPr>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CFB25EEC-30E2-414D-8579-B6B5E67C8F1A}"/>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14910A1B-EA1B-401A-B805-5E701798A2CA}"/>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CA0902C-BC1A-4A0F-A238-C040212F2FF5}"/>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6688530"/>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结尾页1">
    <p:bg>
      <p:bgPr>
        <a:solidFill>
          <a:schemeClr val="accent1"/>
        </a:solidFill>
        <a:effectLst/>
      </p:bgPr>
    </p:bg>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5D2DC35-8B4F-44F6-B35A-D5D618F14D1C}"/>
              </a:ext>
            </a:extLst>
          </p:cNvPr>
          <p:cNvSpPr>
            <a:spLocks noGrp="1"/>
          </p:cNvSpPr>
          <p:nvPr>
            <p:ph type="ctrTitle"/>
          </p:nvPr>
        </p:nvSpPr>
        <p:spPr>
          <a:xfrm>
            <a:off x="1524000" y="2544006"/>
            <a:ext cx="9144000" cy="813556"/>
          </a:xfrm>
        </p:spPr>
        <p:txBody>
          <a:bodyPr/>
          <a:lstStyle/>
          <a:p>
            <a:endParaRPr lang="zh-CN" altLang="en-US"/>
          </a:p>
        </p:txBody>
      </p:sp>
      <p:sp>
        <p:nvSpPr>
          <p:cNvPr id="7" name="矩形 6">
            <a:extLst>
              <a:ext uri="{FF2B5EF4-FFF2-40B4-BE49-F238E27FC236}">
                <a16:creationId xmlns:a16="http://schemas.microsoft.com/office/drawing/2014/main" id="{98054721-1392-4121-BA16-4193948BCD73}"/>
              </a:ext>
            </a:extLst>
          </p:cNvPr>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a:extLst>
              <a:ext uri="{FF2B5EF4-FFF2-40B4-BE49-F238E27FC236}">
                <a16:creationId xmlns:a16="http://schemas.microsoft.com/office/drawing/2014/main" id="{719D75CD-F2FD-4F9C-ACC6-B5478B677422}"/>
              </a:ext>
            </a:extLst>
          </p:cNvPr>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09345531-705B-4474-B0C9-ECE90B335E08}"/>
              </a:ext>
            </a:extLst>
          </p:cNvPr>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600" b="1" dirty="0">
                <a:solidFill>
                  <a:schemeClr val="accent1"/>
                </a:solidFill>
                <a:latin typeface="+mn-lt"/>
                <a:ea typeface="微软雅黑" pitchFamily="34" charset="-122"/>
              </a:rPr>
              <a:t>THANKS</a:t>
            </a:r>
          </a:p>
        </p:txBody>
      </p:sp>
      <p:sp>
        <p:nvSpPr>
          <p:cNvPr id="11" name="TextBox 8">
            <a:extLst>
              <a:ext uri="{FF2B5EF4-FFF2-40B4-BE49-F238E27FC236}">
                <a16:creationId xmlns:a16="http://schemas.microsoft.com/office/drawing/2014/main" id="{A23B1E8F-2F55-422E-B603-E706D6122F8C}"/>
              </a:ext>
            </a:extLst>
          </p:cNvPr>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mn-ea"/>
                <a:ea typeface="+mn-ea"/>
              </a:rPr>
              <a:t>敬请各位老师指导</a:t>
            </a:r>
          </a:p>
        </p:txBody>
      </p:sp>
      <p:sp>
        <p:nvSpPr>
          <p:cNvPr id="12" name="Freeform 5">
            <a:extLst>
              <a:ext uri="{FF2B5EF4-FFF2-40B4-BE49-F238E27FC236}">
                <a16:creationId xmlns:a16="http://schemas.microsoft.com/office/drawing/2014/main" id="{E21DAFCA-DCD4-48E1-9AF3-5524ED008A3D}"/>
              </a:ext>
            </a:extLst>
          </p:cNvPr>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a:extLst>
              <a:ext uri="{FF2B5EF4-FFF2-40B4-BE49-F238E27FC236}">
                <a16:creationId xmlns:a16="http://schemas.microsoft.com/office/drawing/2014/main" id="{CE666CD7-A177-46CE-B364-E6F807F02A1D}"/>
              </a:ext>
            </a:extLst>
          </p:cNvPr>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6670386A-8333-4787-99CE-B4043E32D0B0}"/>
              </a:ext>
            </a:extLst>
          </p:cNvPr>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a:extLst>
              <a:ext uri="{FF2B5EF4-FFF2-40B4-BE49-F238E27FC236}">
                <a16:creationId xmlns:a16="http://schemas.microsoft.com/office/drawing/2014/main" id="{3E50ACB9-3926-4C8F-ADD2-872B78C6258A}"/>
              </a:ext>
            </a:extLst>
          </p:cNvPr>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F3784E2E-53D3-4339-916F-6D06B8184A42}"/>
              </a:ext>
            </a:extLst>
          </p:cNvPr>
          <p:cNvCxnSpPr>
            <a:cxnSpLocks/>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8E91A18-23A8-4F2D-9ABA-CD75F23C2CDF}"/>
              </a:ext>
            </a:extLst>
          </p:cNvPr>
          <p:cNvCxnSpPr>
            <a:cxnSpLocks/>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5808850"/>
      </p:ext>
    </p:extLst>
  </p:cSld>
  <p:clrMapOvr>
    <a:masterClrMapping/>
  </p:clrMapOvr>
  <p:transition spd="slow" advClick="0" advTm="3000">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a:extLst>
              <a:ext uri="{FF2B5EF4-FFF2-40B4-BE49-F238E27FC236}">
                <a16:creationId xmlns:a16="http://schemas.microsoft.com/office/drawing/2014/main" id="{2B6B1E38-92E7-264B-8E89-41E6E84A3B2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2">
            <a:extLst>
              <a:ext uri="{FF2B5EF4-FFF2-40B4-BE49-F238E27FC236}">
                <a16:creationId xmlns:a16="http://schemas.microsoft.com/office/drawing/2014/main" id="{8FD8A64B-6AD0-3A41-814C-1B63096892A1}"/>
              </a:ext>
            </a:extLst>
          </p:cNvPr>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9" name="文本占位符 2">
            <a:extLst>
              <a:ext uri="{FF2B5EF4-FFF2-40B4-BE49-F238E27FC236}">
                <a16:creationId xmlns:a16="http://schemas.microsoft.com/office/drawing/2014/main" id="{54EE1A10-8007-A34C-90EC-12BF9C0AED67}"/>
              </a:ext>
            </a:extLst>
          </p:cNvPr>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
        <p:nvSpPr>
          <p:cNvPr id="10" name="文本占位符 2">
            <a:extLst>
              <a:ext uri="{FF2B5EF4-FFF2-40B4-BE49-F238E27FC236}">
                <a16:creationId xmlns:a16="http://schemas.microsoft.com/office/drawing/2014/main" id="{FCC17F7B-0108-144F-8488-1E2862B90648}"/>
              </a:ext>
            </a:extLst>
          </p:cNvPr>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11" name="文本占位符 2">
            <a:extLst>
              <a:ext uri="{FF2B5EF4-FFF2-40B4-BE49-F238E27FC236}">
                <a16:creationId xmlns:a16="http://schemas.microsoft.com/office/drawing/2014/main" id="{30BB9E0B-0189-FE49-A78C-FE753F2AA793}"/>
              </a:ext>
            </a:extLst>
          </p:cNvPr>
          <p:cNvSpPr>
            <a:spLocks noGrp="1"/>
          </p:cNvSpPr>
          <p:nvPr>
            <p:ph type="body" sz="quarter" idx="10" hasCustomPrompt="1"/>
          </p:nvPr>
        </p:nvSpPr>
        <p:spPr>
          <a:xfrm>
            <a:off x="440603" y="759873"/>
            <a:ext cx="1657138" cy="440267"/>
          </a:xfrm>
          <a:prstGeom prst="rect">
            <a:avLst/>
          </a:prstGeom>
        </p:spPr>
        <p:txBody>
          <a:bodyPr/>
          <a:lstStyle>
            <a:lvl1pPr marL="0" marR="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sz="1867" b="0" i="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marL="0" marR="0" lvl="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en-US" altLang="zh-CN"/>
              <a:t>OfficePLUS</a:t>
            </a:r>
            <a:endParaRPr kumimoji="1" lang="zh-CN" altLang="en-US"/>
          </a:p>
        </p:txBody>
      </p:sp>
      <p:sp>
        <p:nvSpPr>
          <p:cNvPr id="6" name="文本占位符 2">
            <a:extLst>
              <a:ext uri="{FF2B5EF4-FFF2-40B4-BE49-F238E27FC236}">
                <a16:creationId xmlns:a16="http://schemas.microsoft.com/office/drawing/2014/main" id="{0794DEC1-0DDB-5444-9DA7-6EDC75F3C898}"/>
              </a:ext>
            </a:extLst>
          </p:cNvPr>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8" name="文本占位符 2">
            <a:extLst>
              <a:ext uri="{FF2B5EF4-FFF2-40B4-BE49-F238E27FC236}">
                <a16:creationId xmlns:a16="http://schemas.microsoft.com/office/drawing/2014/main" id="{2E329B3E-8E5D-6C4F-8355-071113D7373A}"/>
              </a:ext>
            </a:extLst>
          </p:cNvPr>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14" name="文本占位符 2">
            <a:extLst>
              <a:ext uri="{FF2B5EF4-FFF2-40B4-BE49-F238E27FC236}">
                <a16:creationId xmlns:a16="http://schemas.microsoft.com/office/drawing/2014/main" id="{EE8BE598-6F23-D84B-ABD3-65A6F031CF37}"/>
              </a:ext>
            </a:extLst>
          </p:cNvPr>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24867729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封面页">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1519671309"/>
      </p:ext>
    </p:extLst>
  </p:cSld>
  <p:clrMapOvr>
    <a:masterClrMapping/>
  </p:clrMapOvr>
  <p:transition spd="slow" advClick="0" advTm="3000">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ADCEE-0FB6-46AB-BF07-E70F4CDAC64F}"/>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3B7B2F0-AE5A-4B0B-8E37-E2E08753218F}"/>
              </a:ext>
            </a:extLst>
          </p:cNvPr>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5">
            <a:extLst>
              <a:ext uri="{FF2B5EF4-FFF2-40B4-BE49-F238E27FC236}">
                <a16:creationId xmlns:a16="http://schemas.microsoft.com/office/drawing/2014/main" id="{EA113AB3-C633-486D-B75E-133B81F54E56}"/>
              </a:ext>
            </a:extLst>
          </p:cNvPr>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a:extLst>
              <a:ext uri="{FF2B5EF4-FFF2-40B4-BE49-F238E27FC236}">
                <a16:creationId xmlns:a16="http://schemas.microsoft.com/office/drawing/2014/main" id="{78E260A6-64F8-49C6-822C-A370DCBA62C4}"/>
              </a:ext>
            </a:extLst>
          </p:cNvPr>
          <p:cNvSpPr>
            <a:spLocks noGrp="1"/>
          </p:cNvSpPr>
          <p:nvPr>
            <p:ph type="body" sz="quarter" idx="10"/>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2635366179"/>
      </p:ext>
    </p:extLst>
  </p:cSld>
  <p:clrMapOvr>
    <a:masterClrMapping/>
  </p:clrMapOvr>
  <p:transition spd="slow" advClick="0" advTm="3000">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内容页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18514A7-472D-4B93-B405-E4479D8A1775}"/>
              </a:ext>
            </a:extLst>
          </p:cNvPr>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CFB25EEC-30E2-414D-8579-B6B5E67C8F1A}"/>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14910A1B-EA1B-401A-B805-5E701798A2CA}"/>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CA0902C-BC1A-4A0F-A238-C040212F2FF5}"/>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055264"/>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结尾页1">
    <p:bg>
      <p:bgPr>
        <a:solidFill>
          <a:schemeClr val="accent1"/>
        </a:solidFill>
        <a:effectLst/>
      </p:bgPr>
    </p:bg>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5D2DC35-8B4F-44F6-B35A-D5D618F14D1C}"/>
              </a:ext>
            </a:extLst>
          </p:cNvPr>
          <p:cNvSpPr>
            <a:spLocks noGrp="1"/>
          </p:cNvSpPr>
          <p:nvPr>
            <p:ph type="ctrTitle"/>
          </p:nvPr>
        </p:nvSpPr>
        <p:spPr>
          <a:xfrm>
            <a:off x="1524000" y="2544006"/>
            <a:ext cx="9144000" cy="813556"/>
          </a:xfrm>
        </p:spPr>
        <p:txBody>
          <a:bodyPr/>
          <a:lstStyle/>
          <a:p>
            <a:endParaRPr lang="zh-CN" altLang="en-US"/>
          </a:p>
        </p:txBody>
      </p:sp>
      <p:sp>
        <p:nvSpPr>
          <p:cNvPr id="7" name="矩形 6">
            <a:extLst>
              <a:ext uri="{FF2B5EF4-FFF2-40B4-BE49-F238E27FC236}">
                <a16:creationId xmlns:a16="http://schemas.microsoft.com/office/drawing/2014/main" id="{98054721-1392-4121-BA16-4193948BCD73}"/>
              </a:ext>
            </a:extLst>
          </p:cNvPr>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a:extLst>
              <a:ext uri="{FF2B5EF4-FFF2-40B4-BE49-F238E27FC236}">
                <a16:creationId xmlns:a16="http://schemas.microsoft.com/office/drawing/2014/main" id="{719D75CD-F2FD-4F9C-ACC6-B5478B677422}"/>
              </a:ext>
            </a:extLst>
          </p:cNvPr>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09345531-705B-4474-B0C9-ECE90B335E08}"/>
              </a:ext>
            </a:extLst>
          </p:cNvPr>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600" b="1" dirty="0">
                <a:solidFill>
                  <a:schemeClr val="accent1"/>
                </a:solidFill>
                <a:latin typeface="+mn-lt"/>
                <a:ea typeface="微软雅黑" pitchFamily="34" charset="-122"/>
              </a:rPr>
              <a:t>THANKS</a:t>
            </a:r>
          </a:p>
        </p:txBody>
      </p:sp>
      <p:sp>
        <p:nvSpPr>
          <p:cNvPr id="11" name="TextBox 8">
            <a:extLst>
              <a:ext uri="{FF2B5EF4-FFF2-40B4-BE49-F238E27FC236}">
                <a16:creationId xmlns:a16="http://schemas.microsoft.com/office/drawing/2014/main" id="{A23B1E8F-2F55-422E-B603-E706D6122F8C}"/>
              </a:ext>
            </a:extLst>
          </p:cNvPr>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mn-ea"/>
                <a:ea typeface="+mn-ea"/>
              </a:rPr>
              <a:t>敬请各位老师指导</a:t>
            </a:r>
          </a:p>
        </p:txBody>
      </p:sp>
      <p:sp>
        <p:nvSpPr>
          <p:cNvPr id="12" name="Freeform 5">
            <a:extLst>
              <a:ext uri="{FF2B5EF4-FFF2-40B4-BE49-F238E27FC236}">
                <a16:creationId xmlns:a16="http://schemas.microsoft.com/office/drawing/2014/main" id="{E21DAFCA-DCD4-48E1-9AF3-5524ED008A3D}"/>
              </a:ext>
            </a:extLst>
          </p:cNvPr>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a:extLst>
              <a:ext uri="{FF2B5EF4-FFF2-40B4-BE49-F238E27FC236}">
                <a16:creationId xmlns:a16="http://schemas.microsoft.com/office/drawing/2014/main" id="{CE666CD7-A177-46CE-B364-E6F807F02A1D}"/>
              </a:ext>
            </a:extLst>
          </p:cNvPr>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6670386A-8333-4787-99CE-B4043E32D0B0}"/>
              </a:ext>
            </a:extLst>
          </p:cNvPr>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a:extLst>
              <a:ext uri="{FF2B5EF4-FFF2-40B4-BE49-F238E27FC236}">
                <a16:creationId xmlns:a16="http://schemas.microsoft.com/office/drawing/2014/main" id="{3E50ACB9-3926-4C8F-ADD2-872B78C6258A}"/>
              </a:ext>
            </a:extLst>
          </p:cNvPr>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F3784E2E-53D3-4339-916F-6D06B8184A42}"/>
              </a:ext>
            </a:extLst>
          </p:cNvPr>
          <p:cNvCxnSpPr>
            <a:cxnSpLocks/>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8E91A18-23A8-4F2D-9ABA-CD75F23C2CDF}"/>
              </a:ext>
            </a:extLst>
          </p:cNvPr>
          <p:cNvCxnSpPr>
            <a:cxnSpLocks/>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2039684"/>
      </p:ext>
    </p:extLst>
  </p:cSld>
  <p:clrMapOvr>
    <a:masterClrMapping/>
  </p:clrMapOvr>
  <p:transition spd="slow" advClick="0" advTm="3000">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a:extLst>
              <a:ext uri="{FF2B5EF4-FFF2-40B4-BE49-F238E27FC236}">
                <a16:creationId xmlns:a16="http://schemas.microsoft.com/office/drawing/2014/main" id="{2B6B1E38-92E7-264B-8E89-41E6E84A3B2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2">
            <a:extLst>
              <a:ext uri="{FF2B5EF4-FFF2-40B4-BE49-F238E27FC236}">
                <a16:creationId xmlns:a16="http://schemas.microsoft.com/office/drawing/2014/main" id="{8FD8A64B-6AD0-3A41-814C-1B63096892A1}"/>
              </a:ext>
            </a:extLst>
          </p:cNvPr>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9" name="文本占位符 2">
            <a:extLst>
              <a:ext uri="{FF2B5EF4-FFF2-40B4-BE49-F238E27FC236}">
                <a16:creationId xmlns:a16="http://schemas.microsoft.com/office/drawing/2014/main" id="{54EE1A10-8007-A34C-90EC-12BF9C0AED67}"/>
              </a:ext>
            </a:extLst>
          </p:cNvPr>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
        <p:nvSpPr>
          <p:cNvPr id="10" name="文本占位符 2">
            <a:extLst>
              <a:ext uri="{FF2B5EF4-FFF2-40B4-BE49-F238E27FC236}">
                <a16:creationId xmlns:a16="http://schemas.microsoft.com/office/drawing/2014/main" id="{FCC17F7B-0108-144F-8488-1E2862B90648}"/>
              </a:ext>
            </a:extLst>
          </p:cNvPr>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11" name="文本占位符 2">
            <a:extLst>
              <a:ext uri="{FF2B5EF4-FFF2-40B4-BE49-F238E27FC236}">
                <a16:creationId xmlns:a16="http://schemas.microsoft.com/office/drawing/2014/main" id="{30BB9E0B-0189-FE49-A78C-FE753F2AA793}"/>
              </a:ext>
            </a:extLst>
          </p:cNvPr>
          <p:cNvSpPr>
            <a:spLocks noGrp="1"/>
          </p:cNvSpPr>
          <p:nvPr>
            <p:ph type="body" sz="quarter" idx="10" hasCustomPrompt="1"/>
          </p:nvPr>
        </p:nvSpPr>
        <p:spPr>
          <a:xfrm>
            <a:off x="440603" y="759873"/>
            <a:ext cx="1657138" cy="440267"/>
          </a:xfrm>
          <a:prstGeom prst="rect">
            <a:avLst/>
          </a:prstGeom>
        </p:spPr>
        <p:txBody>
          <a:bodyPr/>
          <a:lstStyle>
            <a:lvl1pPr marL="0" marR="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sz="1867" b="0" i="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marL="0" marR="0" lvl="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en-US" altLang="zh-CN"/>
              <a:t>OfficePLUS</a:t>
            </a:r>
            <a:endParaRPr kumimoji="1" lang="zh-CN" altLang="en-US"/>
          </a:p>
        </p:txBody>
      </p:sp>
      <p:sp>
        <p:nvSpPr>
          <p:cNvPr id="6" name="文本占位符 2">
            <a:extLst>
              <a:ext uri="{FF2B5EF4-FFF2-40B4-BE49-F238E27FC236}">
                <a16:creationId xmlns:a16="http://schemas.microsoft.com/office/drawing/2014/main" id="{0794DEC1-0DDB-5444-9DA7-6EDC75F3C898}"/>
              </a:ext>
            </a:extLst>
          </p:cNvPr>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8" name="文本占位符 2">
            <a:extLst>
              <a:ext uri="{FF2B5EF4-FFF2-40B4-BE49-F238E27FC236}">
                <a16:creationId xmlns:a16="http://schemas.microsoft.com/office/drawing/2014/main" id="{2E329B3E-8E5D-6C4F-8355-071113D7373A}"/>
              </a:ext>
            </a:extLst>
          </p:cNvPr>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14" name="文本占位符 2">
            <a:extLst>
              <a:ext uri="{FF2B5EF4-FFF2-40B4-BE49-F238E27FC236}">
                <a16:creationId xmlns:a16="http://schemas.microsoft.com/office/drawing/2014/main" id="{EE8BE598-6F23-D84B-ABD3-65A6F031CF37}"/>
              </a:ext>
            </a:extLst>
          </p:cNvPr>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1266672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封面页">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1909221382"/>
      </p:ext>
    </p:extLst>
  </p:cSld>
  <p:clrMapOvr>
    <a:masterClrMapping/>
  </p:clrMapOvr>
  <p:transition spd="slow" advClick="0" advTm="3000">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ADCEE-0FB6-46AB-BF07-E70F4CDAC64F}"/>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3B7B2F0-AE5A-4B0B-8E37-E2E08753218F}"/>
              </a:ext>
            </a:extLst>
          </p:cNvPr>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5">
            <a:extLst>
              <a:ext uri="{FF2B5EF4-FFF2-40B4-BE49-F238E27FC236}">
                <a16:creationId xmlns:a16="http://schemas.microsoft.com/office/drawing/2014/main" id="{EA113AB3-C633-486D-B75E-133B81F54E56}"/>
              </a:ext>
            </a:extLst>
          </p:cNvPr>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a:extLst>
              <a:ext uri="{FF2B5EF4-FFF2-40B4-BE49-F238E27FC236}">
                <a16:creationId xmlns:a16="http://schemas.microsoft.com/office/drawing/2014/main" id="{78E260A6-64F8-49C6-822C-A370DCBA62C4}"/>
              </a:ext>
            </a:extLst>
          </p:cNvPr>
          <p:cNvSpPr>
            <a:spLocks noGrp="1"/>
          </p:cNvSpPr>
          <p:nvPr>
            <p:ph type="body" sz="quarter" idx="10"/>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4150926773"/>
      </p:ext>
    </p:extLst>
  </p:cSld>
  <p:clrMapOvr>
    <a:masterClrMapping/>
  </p:clrMapOvr>
  <p:transition spd="slow" advClick="0" advTm="3000">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_内容页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18514A7-472D-4B93-B405-E4479D8A1775}"/>
              </a:ext>
            </a:extLst>
          </p:cNvPr>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CFB25EEC-30E2-414D-8579-B6B5E67C8F1A}"/>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14910A1B-EA1B-401A-B805-5E701798A2CA}"/>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CA0902C-BC1A-4A0F-A238-C040212F2FF5}"/>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2607751"/>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结尾页1">
    <p:bg>
      <p:bgPr>
        <a:solidFill>
          <a:schemeClr val="accent1"/>
        </a:solidFill>
        <a:effectLst/>
      </p:bgPr>
    </p:bg>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5D2DC35-8B4F-44F6-B35A-D5D618F14D1C}"/>
              </a:ext>
            </a:extLst>
          </p:cNvPr>
          <p:cNvSpPr>
            <a:spLocks noGrp="1"/>
          </p:cNvSpPr>
          <p:nvPr>
            <p:ph type="ctrTitle"/>
          </p:nvPr>
        </p:nvSpPr>
        <p:spPr>
          <a:xfrm>
            <a:off x="1524000" y="2544006"/>
            <a:ext cx="9144000" cy="813556"/>
          </a:xfrm>
        </p:spPr>
        <p:txBody>
          <a:bodyPr/>
          <a:lstStyle/>
          <a:p>
            <a:endParaRPr lang="zh-CN" altLang="en-US"/>
          </a:p>
        </p:txBody>
      </p:sp>
      <p:sp>
        <p:nvSpPr>
          <p:cNvPr id="7" name="矩形 6">
            <a:extLst>
              <a:ext uri="{FF2B5EF4-FFF2-40B4-BE49-F238E27FC236}">
                <a16:creationId xmlns:a16="http://schemas.microsoft.com/office/drawing/2014/main" id="{98054721-1392-4121-BA16-4193948BCD73}"/>
              </a:ext>
            </a:extLst>
          </p:cNvPr>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a:extLst>
              <a:ext uri="{FF2B5EF4-FFF2-40B4-BE49-F238E27FC236}">
                <a16:creationId xmlns:a16="http://schemas.microsoft.com/office/drawing/2014/main" id="{719D75CD-F2FD-4F9C-ACC6-B5478B677422}"/>
              </a:ext>
            </a:extLst>
          </p:cNvPr>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09345531-705B-4474-B0C9-ECE90B335E08}"/>
              </a:ext>
            </a:extLst>
          </p:cNvPr>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600" b="1" dirty="0">
                <a:solidFill>
                  <a:schemeClr val="accent1"/>
                </a:solidFill>
                <a:latin typeface="+mn-lt"/>
                <a:ea typeface="微软雅黑" pitchFamily="34" charset="-122"/>
              </a:rPr>
              <a:t>THANKS</a:t>
            </a:r>
          </a:p>
        </p:txBody>
      </p:sp>
      <p:sp>
        <p:nvSpPr>
          <p:cNvPr id="11" name="TextBox 8">
            <a:extLst>
              <a:ext uri="{FF2B5EF4-FFF2-40B4-BE49-F238E27FC236}">
                <a16:creationId xmlns:a16="http://schemas.microsoft.com/office/drawing/2014/main" id="{A23B1E8F-2F55-422E-B603-E706D6122F8C}"/>
              </a:ext>
            </a:extLst>
          </p:cNvPr>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mn-ea"/>
                <a:ea typeface="+mn-ea"/>
              </a:rPr>
              <a:t>敬请各位老师指导</a:t>
            </a:r>
          </a:p>
        </p:txBody>
      </p:sp>
      <p:sp>
        <p:nvSpPr>
          <p:cNvPr id="12" name="Freeform 5">
            <a:extLst>
              <a:ext uri="{FF2B5EF4-FFF2-40B4-BE49-F238E27FC236}">
                <a16:creationId xmlns:a16="http://schemas.microsoft.com/office/drawing/2014/main" id="{E21DAFCA-DCD4-48E1-9AF3-5524ED008A3D}"/>
              </a:ext>
            </a:extLst>
          </p:cNvPr>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a:extLst>
              <a:ext uri="{FF2B5EF4-FFF2-40B4-BE49-F238E27FC236}">
                <a16:creationId xmlns:a16="http://schemas.microsoft.com/office/drawing/2014/main" id="{CE666CD7-A177-46CE-B364-E6F807F02A1D}"/>
              </a:ext>
            </a:extLst>
          </p:cNvPr>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6670386A-8333-4787-99CE-B4043E32D0B0}"/>
              </a:ext>
            </a:extLst>
          </p:cNvPr>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a:extLst>
              <a:ext uri="{FF2B5EF4-FFF2-40B4-BE49-F238E27FC236}">
                <a16:creationId xmlns:a16="http://schemas.microsoft.com/office/drawing/2014/main" id="{3E50ACB9-3926-4C8F-ADD2-872B78C6258A}"/>
              </a:ext>
            </a:extLst>
          </p:cNvPr>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F3784E2E-53D3-4339-916F-6D06B8184A42}"/>
              </a:ext>
            </a:extLst>
          </p:cNvPr>
          <p:cNvCxnSpPr>
            <a:cxnSpLocks/>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8E91A18-23A8-4F2D-9ABA-CD75F23C2CDF}"/>
              </a:ext>
            </a:extLst>
          </p:cNvPr>
          <p:cNvCxnSpPr>
            <a:cxnSpLocks/>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208982"/>
      </p:ext>
    </p:extLst>
  </p:cSld>
  <p:clrMapOvr>
    <a:masterClrMapping/>
  </p:clrMapOvr>
  <p:transition spd="slow" advClick="0" advTm="3000">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a:extLst>
              <a:ext uri="{FF2B5EF4-FFF2-40B4-BE49-F238E27FC236}">
                <a16:creationId xmlns:a16="http://schemas.microsoft.com/office/drawing/2014/main" id="{2B6B1E38-92E7-264B-8E89-41E6E84A3B2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2">
            <a:extLst>
              <a:ext uri="{FF2B5EF4-FFF2-40B4-BE49-F238E27FC236}">
                <a16:creationId xmlns:a16="http://schemas.microsoft.com/office/drawing/2014/main" id="{8FD8A64B-6AD0-3A41-814C-1B63096892A1}"/>
              </a:ext>
            </a:extLst>
          </p:cNvPr>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9" name="文本占位符 2">
            <a:extLst>
              <a:ext uri="{FF2B5EF4-FFF2-40B4-BE49-F238E27FC236}">
                <a16:creationId xmlns:a16="http://schemas.microsoft.com/office/drawing/2014/main" id="{54EE1A10-8007-A34C-90EC-12BF9C0AED67}"/>
              </a:ext>
            </a:extLst>
          </p:cNvPr>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
        <p:nvSpPr>
          <p:cNvPr id="10" name="文本占位符 2">
            <a:extLst>
              <a:ext uri="{FF2B5EF4-FFF2-40B4-BE49-F238E27FC236}">
                <a16:creationId xmlns:a16="http://schemas.microsoft.com/office/drawing/2014/main" id="{FCC17F7B-0108-144F-8488-1E2862B90648}"/>
              </a:ext>
            </a:extLst>
          </p:cNvPr>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11" name="文本占位符 2">
            <a:extLst>
              <a:ext uri="{FF2B5EF4-FFF2-40B4-BE49-F238E27FC236}">
                <a16:creationId xmlns:a16="http://schemas.microsoft.com/office/drawing/2014/main" id="{30BB9E0B-0189-FE49-A78C-FE753F2AA793}"/>
              </a:ext>
            </a:extLst>
          </p:cNvPr>
          <p:cNvSpPr>
            <a:spLocks noGrp="1"/>
          </p:cNvSpPr>
          <p:nvPr>
            <p:ph type="body" sz="quarter" idx="10" hasCustomPrompt="1"/>
          </p:nvPr>
        </p:nvSpPr>
        <p:spPr>
          <a:xfrm>
            <a:off x="440603" y="759873"/>
            <a:ext cx="1657138" cy="440267"/>
          </a:xfrm>
          <a:prstGeom prst="rect">
            <a:avLst/>
          </a:prstGeom>
        </p:spPr>
        <p:txBody>
          <a:bodyPr/>
          <a:lstStyle>
            <a:lvl1pPr marL="0" marR="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sz="1867" b="0" i="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marL="0" marR="0" lvl="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en-US" altLang="zh-CN"/>
              <a:t>OfficePLUS</a:t>
            </a:r>
            <a:endParaRPr kumimoji="1" lang="zh-CN" altLang="en-US"/>
          </a:p>
        </p:txBody>
      </p:sp>
      <p:sp>
        <p:nvSpPr>
          <p:cNvPr id="6" name="文本占位符 2">
            <a:extLst>
              <a:ext uri="{FF2B5EF4-FFF2-40B4-BE49-F238E27FC236}">
                <a16:creationId xmlns:a16="http://schemas.microsoft.com/office/drawing/2014/main" id="{0794DEC1-0DDB-5444-9DA7-6EDC75F3C898}"/>
              </a:ext>
            </a:extLst>
          </p:cNvPr>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8" name="文本占位符 2">
            <a:extLst>
              <a:ext uri="{FF2B5EF4-FFF2-40B4-BE49-F238E27FC236}">
                <a16:creationId xmlns:a16="http://schemas.microsoft.com/office/drawing/2014/main" id="{2E329B3E-8E5D-6C4F-8355-071113D7373A}"/>
              </a:ext>
            </a:extLst>
          </p:cNvPr>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14" name="文本占位符 2">
            <a:extLst>
              <a:ext uri="{FF2B5EF4-FFF2-40B4-BE49-F238E27FC236}">
                <a16:creationId xmlns:a16="http://schemas.microsoft.com/office/drawing/2014/main" id="{EE8BE598-6F23-D84B-ABD3-65A6F031CF37}"/>
              </a:ext>
            </a:extLst>
          </p:cNvPr>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1848895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4_封面页">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3186596048"/>
      </p:ext>
    </p:extLst>
  </p:cSld>
  <p:clrMapOvr>
    <a:masterClrMapping/>
  </p:clrMapOvr>
  <p:transition spd="slow" advClick="0" advTm="3000">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ADCEE-0FB6-46AB-BF07-E70F4CDAC64F}"/>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3B7B2F0-AE5A-4B0B-8E37-E2E08753218F}"/>
              </a:ext>
            </a:extLst>
          </p:cNvPr>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5">
            <a:extLst>
              <a:ext uri="{FF2B5EF4-FFF2-40B4-BE49-F238E27FC236}">
                <a16:creationId xmlns:a16="http://schemas.microsoft.com/office/drawing/2014/main" id="{EA113AB3-C633-486D-B75E-133B81F54E56}"/>
              </a:ext>
            </a:extLst>
          </p:cNvPr>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a:extLst>
              <a:ext uri="{FF2B5EF4-FFF2-40B4-BE49-F238E27FC236}">
                <a16:creationId xmlns:a16="http://schemas.microsoft.com/office/drawing/2014/main" id="{78E260A6-64F8-49C6-822C-A370DCBA62C4}"/>
              </a:ext>
            </a:extLst>
          </p:cNvPr>
          <p:cNvSpPr>
            <a:spLocks noGrp="1"/>
          </p:cNvSpPr>
          <p:nvPr>
            <p:ph type="body" sz="quarter" idx="10"/>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3704589543"/>
      </p:ext>
    </p:extLst>
  </p:cSld>
  <p:clrMapOvr>
    <a:masterClrMapping/>
  </p:clrMapOvr>
  <p:transition spd="slow" advClick="0" advTm="3000">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内容页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18514A7-472D-4B93-B405-E4479D8A1775}"/>
              </a:ext>
            </a:extLst>
          </p:cNvPr>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CFB25EEC-30E2-414D-8579-B6B5E67C8F1A}"/>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14910A1B-EA1B-401A-B805-5E701798A2CA}"/>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CA0902C-BC1A-4A0F-A238-C040212F2FF5}"/>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5305899"/>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结尾页1">
    <p:bg>
      <p:bgPr>
        <a:solidFill>
          <a:schemeClr val="accent1"/>
        </a:solidFill>
        <a:effectLst/>
      </p:bgPr>
    </p:bg>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5D2DC35-8B4F-44F6-B35A-D5D618F14D1C}"/>
              </a:ext>
            </a:extLst>
          </p:cNvPr>
          <p:cNvSpPr>
            <a:spLocks noGrp="1"/>
          </p:cNvSpPr>
          <p:nvPr>
            <p:ph type="ctrTitle"/>
          </p:nvPr>
        </p:nvSpPr>
        <p:spPr>
          <a:xfrm>
            <a:off x="1524000" y="2544006"/>
            <a:ext cx="9144000" cy="813556"/>
          </a:xfrm>
        </p:spPr>
        <p:txBody>
          <a:bodyPr/>
          <a:lstStyle/>
          <a:p>
            <a:endParaRPr lang="zh-CN" altLang="en-US"/>
          </a:p>
        </p:txBody>
      </p:sp>
      <p:sp>
        <p:nvSpPr>
          <p:cNvPr id="7" name="矩形 6">
            <a:extLst>
              <a:ext uri="{FF2B5EF4-FFF2-40B4-BE49-F238E27FC236}">
                <a16:creationId xmlns:a16="http://schemas.microsoft.com/office/drawing/2014/main" id="{98054721-1392-4121-BA16-4193948BCD73}"/>
              </a:ext>
            </a:extLst>
          </p:cNvPr>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a:extLst>
              <a:ext uri="{FF2B5EF4-FFF2-40B4-BE49-F238E27FC236}">
                <a16:creationId xmlns:a16="http://schemas.microsoft.com/office/drawing/2014/main" id="{719D75CD-F2FD-4F9C-ACC6-B5478B677422}"/>
              </a:ext>
            </a:extLst>
          </p:cNvPr>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09345531-705B-4474-B0C9-ECE90B335E08}"/>
              </a:ext>
            </a:extLst>
          </p:cNvPr>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600" b="1" dirty="0">
                <a:solidFill>
                  <a:schemeClr val="accent1"/>
                </a:solidFill>
                <a:latin typeface="+mn-lt"/>
                <a:ea typeface="微软雅黑" pitchFamily="34" charset="-122"/>
              </a:rPr>
              <a:t>THANKS</a:t>
            </a:r>
          </a:p>
        </p:txBody>
      </p:sp>
      <p:sp>
        <p:nvSpPr>
          <p:cNvPr id="11" name="TextBox 8">
            <a:extLst>
              <a:ext uri="{FF2B5EF4-FFF2-40B4-BE49-F238E27FC236}">
                <a16:creationId xmlns:a16="http://schemas.microsoft.com/office/drawing/2014/main" id="{A23B1E8F-2F55-422E-B603-E706D6122F8C}"/>
              </a:ext>
            </a:extLst>
          </p:cNvPr>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mn-ea"/>
                <a:ea typeface="+mn-ea"/>
              </a:rPr>
              <a:t>敬请各位老师指导</a:t>
            </a:r>
          </a:p>
        </p:txBody>
      </p:sp>
      <p:sp>
        <p:nvSpPr>
          <p:cNvPr id="12" name="Freeform 5">
            <a:extLst>
              <a:ext uri="{FF2B5EF4-FFF2-40B4-BE49-F238E27FC236}">
                <a16:creationId xmlns:a16="http://schemas.microsoft.com/office/drawing/2014/main" id="{E21DAFCA-DCD4-48E1-9AF3-5524ED008A3D}"/>
              </a:ext>
            </a:extLst>
          </p:cNvPr>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a:extLst>
              <a:ext uri="{FF2B5EF4-FFF2-40B4-BE49-F238E27FC236}">
                <a16:creationId xmlns:a16="http://schemas.microsoft.com/office/drawing/2014/main" id="{CE666CD7-A177-46CE-B364-E6F807F02A1D}"/>
              </a:ext>
            </a:extLst>
          </p:cNvPr>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6670386A-8333-4787-99CE-B4043E32D0B0}"/>
              </a:ext>
            </a:extLst>
          </p:cNvPr>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a:extLst>
              <a:ext uri="{FF2B5EF4-FFF2-40B4-BE49-F238E27FC236}">
                <a16:creationId xmlns:a16="http://schemas.microsoft.com/office/drawing/2014/main" id="{3E50ACB9-3926-4C8F-ADD2-872B78C6258A}"/>
              </a:ext>
            </a:extLst>
          </p:cNvPr>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F3784E2E-53D3-4339-916F-6D06B8184A42}"/>
              </a:ext>
            </a:extLst>
          </p:cNvPr>
          <p:cNvCxnSpPr>
            <a:cxnSpLocks/>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8E91A18-23A8-4F2D-9ABA-CD75F23C2CDF}"/>
              </a:ext>
            </a:extLst>
          </p:cNvPr>
          <p:cNvCxnSpPr>
            <a:cxnSpLocks/>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9098052"/>
      </p:ext>
    </p:extLst>
  </p:cSld>
  <p:clrMapOvr>
    <a:masterClrMapping/>
  </p:clrMapOvr>
  <p:transition spd="slow" advClick="0" advTm="3000">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4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a:extLst>
              <a:ext uri="{FF2B5EF4-FFF2-40B4-BE49-F238E27FC236}">
                <a16:creationId xmlns:a16="http://schemas.microsoft.com/office/drawing/2014/main" id="{2B6B1E38-92E7-264B-8E89-41E6E84A3B2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2">
            <a:extLst>
              <a:ext uri="{FF2B5EF4-FFF2-40B4-BE49-F238E27FC236}">
                <a16:creationId xmlns:a16="http://schemas.microsoft.com/office/drawing/2014/main" id="{8FD8A64B-6AD0-3A41-814C-1B63096892A1}"/>
              </a:ext>
            </a:extLst>
          </p:cNvPr>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9" name="文本占位符 2">
            <a:extLst>
              <a:ext uri="{FF2B5EF4-FFF2-40B4-BE49-F238E27FC236}">
                <a16:creationId xmlns:a16="http://schemas.microsoft.com/office/drawing/2014/main" id="{54EE1A10-8007-A34C-90EC-12BF9C0AED67}"/>
              </a:ext>
            </a:extLst>
          </p:cNvPr>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
        <p:nvSpPr>
          <p:cNvPr id="10" name="文本占位符 2">
            <a:extLst>
              <a:ext uri="{FF2B5EF4-FFF2-40B4-BE49-F238E27FC236}">
                <a16:creationId xmlns:a16="http://schemas.microsoft.com/office/drawing/2014/main" id="{FCC17F7B-0108-144F-8488-1E2862B90648}"/>
              </a:ext>
            </a:extLst>
          </p:cNvPr>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11" name="文本占位符 2">
            <a:extLst>
              <a:ext uri="{FF2B5EF4-FFF2-40B4-BE49-F238E27FC236}">
                <a16:creationId xmlns:a16="http://schemas.microsoft.com/office/drawing/2014/main" id="{30BB9E0B-0189-FE49-A78C-FE753F2AA793}"/>
              </a:ext>
            </a:extLst>
          </p:cNvPr>
          <p:cNvSpPr>
            <a:spLocks noGrp="1"/>
          </p:cNvSpPr>
          <p:nvPr>
            <p:ph type="body" sz="quarter" idx="10" hasCustomPrompt="1"/>
          </p:nvPr>
        </p:nvSpPr>
        <p:spPr>
          <a:xfrm>
            <a:off x="440603" y="759873"/>
            <a:ext cx="1657138" cy="440267"/>
          </a:xfrm>
          <a:prstGeom prst="rect">
            <a:avLst/>
          </a:prstGeom>
        </p:spPr>
        <p:txBody>
          <a:bodyPr/>
          <a:lstStyle>
            <a:lvl1pPr marL="0" marR="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sz="1867" b="0" i="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marL="0" marR="0" lvl="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en-US" altLang="zh-CN"/>
              <a:t>OfficePLUS</a:t>
            </a:r>
            <a:endParaRPr kumimoji="1" lang="zh-CN" altLang="en-US"/>
          </a:p>
        </p:txBody>
      </p:sp>
      <p:sp>
        <p:nvSpPr>
          <p:cNvPr id="6" name="文本占位符 2">
            <a:extLst>
              <a:ext uri="{FF2B5EF4-FFF2-40B4-BE49-F238E27FC236}">
                <a16:creationId xmlns:a16="http://schemas.microsoft.com/office/drawing/2014/main" id="{0794DEC1-0DDB-5444-9DA7-6EDC75F3C898}"/>
              </a:ext>
            </a:extLst>
          </p:cNvPr>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8" name="文本占位符 2">
            <a:extLst>
              <a:ext uri="{FF2B5EF4-FFF2-40B4-BE49-F238E27FC236}">
                <a16:creationId xmlns:a16="http://schemas.microsoft.com/office/drawing/2014/main" id="{2E329B3E-8E5D-6C4F-8355-071113D7373A}"/>
              </a:ext>
            </a:extLst>
          </p:cNvPr>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14" name="文本占位符 2">
            <a:extLst>
              <a:ext uri="{FF2B5EF4-FFF2-40B4-BE49-F238E27FC236}">
                <a16:creationId xmlns:a16="http://schemas.microsoft.com/office/drawing/2014/main" id="{EE8BE598-6F23-D84B-ABD3-65A6F031CF37}"/>
              </a:ext>
            </a:extLst>
          </p:cNvPr>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5913021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_封面页">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3308814265"/>
      </p:ext>
    </p:extLst>
  </p:cSld>
  <p:clrMapOvr>
    <a:masterClrMapping/>
  </p:clrMapOvr>
  <p:transition spd="slow" advClick="0" advTm="3000">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7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ADCEE-0FB6-46AB-BF07-E70F4CDAC64F}"/>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3B7B2F0-AE5A-4B0B-8E37-E2E08753218F}"/>
              </a:ext>
            </a:extLst>
          </p:cNvPr>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5">
            <a:extLst>
              <a:ext uri="{FF2B5EF4-FFF2-40B4-BE49-F238E27FC236}">
                <a16:creationId xmlns:a16="http://schemas.microsoft.com/office/drawing/2014/main" id="{EA113AB3-C633-486D-B75E-133B81F54E56}"/>
              </a:ext>
            </a:extLst>
          </p:cNvPr>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a:extLst>
              <a:ext uri="{FF2B5EF4-FFF2-40B4-BE49-F238E27FC236}">
                <a16:creationId xmlns:a16="http://schemas.microsoft.com/office/drawing/2014/main" id="{78E260A6-64F8-49C6-822C-A370DCBA62C4}"/>
              </a:ext>
            </a:extLst>
          </p:cNvPr>
          <p:cNvSpPr>
            <a:spLocks noGrp="1"/>
          </p:cNvSpPr>
          <p:nvPr>
            <p:ph type="body" sz="quarter" idx="10"/>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3513001330"/>
      </p:ext>
    </p:extLst>
  </p:cSld>
  <p:clrMapOvr>
    <a:masterClrMapping/>
  </p:clrMapOvr>
  <p:transition spd="slow" advClick="0" advTm="3000">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5_内容页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18514A7-472D-4B93-B405-E4479D8A1775}"/>
              </a:ext>
            </a:extLst>
          </p:cNvPr>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CFB25EEC-30E2-414D-8579-B6B5E67C8F1A}"/>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14910A1B-EA1B-401A-B805-5E701798A2CA}"/>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CA0902C-BC1A-4A0F-A238-C040212F2FF5}"/>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6871445"/>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_结尾页1">
    <p:bg>
      <p:bgPr>
        <a:solidFill>
          <a:schemeClr val="accent1"/>
        </a:solidFill>
        <a:effectLst/>
      </p:bgPr>
    </p:bg>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5D2DC35-8B4F-44F6-B35A-D5D618F14D1C}"/>
              </a:ext>
            </a:extLst>
          </p:cNvPr>
          <p:cNvSpPr>
            <a:spLocks noGrp="1"/>
          </p:cNvSpPr>
          <p:nvPr>
            <p:ph type="ctrTitle"/>
          </p:nvPr>
        </p:nvSpPr>
        <p:spPr>
          <a:xfrm>
            <a:off x="1524000" y="2544006"/>
            <a:ext cx="9144000" cy="813556"/>
          </a:xfrm>
        </p:spPr>
        <p:txBody>
          <a:bodyPr/>
          <a:lstStyle/>
          <a:p>
            <a:endParaRPr lang="zh-CN" altLang="en-US"/>
          </a:p>
        </p:txBody>
      </p:sp>
      <p:sp>
        <p:nvSpPr>
          <p:cNvPr id="7" name="矩形 6">
            <a:extLst>
              <a:ext uri="{FF2B5EF4-FFF2-40B4-BE49-F238E27FC236}">
                <a16:creationId xmlns:a16="http://schemas.microsoft.com/office/drawing/2014/main" id="{98054721-1392-4121-BA16-4193948BCD73}"/>
              </a:ext>
            </a:extLst>
          </p:cNvPr>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a:extLst>
              <a:ext uri="{FF2B5EF4-FFF2-40B4-BE49-F238E27FC236}">
                <a16:creationId xmlns:a16="http://schemas.microsoft.com/office/drawing/2014/main" id="{719D75CD-F2FD-4F9C-ACC6-B5478B677422}"/>
              </a:ext>
            </a:extLst>
          </p:cNvPr>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09345531-705B-4474-B0C9-ECE90B335E08}"/>
              </a:ext>
            </a:extLst>
          </p:cNvPr>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600" b="1" dirty="0">
                <a:solidFill>
                  <a:schemeClr val="accent1"/>
                </a:solidFill>
                <a:latin typeface="+mn-lt"/>
                <a:ea typeface="微软雅黑" pitchFamily="34" charset="-122"/>
              </a:rPr>
              <a:t>THANKS</a:t>
            </a:r>
          </a:p>
        </p:txBody>
      </p:sp>
      <p:sp>
        <p:nvSpPr>
          <p:cNvPr id="11" name="TextBox 8">
            <a:extLst>
              <a:ext uri="{FF2B5EF4-FFF2-40B4-BE49-F238E27FC236}">
                <a16:creationId xmlns:a16="http://schemas.microsoft.com/office/drawing/2014/main" id="{A23B1E8F-2F55-422E-B603-E706D6122F8C}"/>
              </a:ext>
            </a:extLst>
          </p:cNvPr>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mn-ea"/>
                <a:ea typeface="+mn-ea"/>
              </a:rPr>
              <a:t>敬请各位老师指导</a:t>
            </a:r>
          </a:p>
        </p:txBody>
      </p:sp>
      <p:sp>
        <p:nvSpPr>
          <p:cNvPr id="12" name="Freeform 5">
            <a:extLst>
              <a:ext uri="{FF2B5EF4-FFF2-40B4-BE49-F238E27FC236}">
                <a16:creationId xmlns:a16="http://schemas.microsoft.com/office/drawing/2014/main" id="{E21DAFCA-DCD4-48E1-9AF3-5524ED008A3D}"/>
              </a:ext>
            </a:extLst>
          </p:cNvPr>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a:extLst>
              <a:ext uri="{FF2B5EF4-FFF2-40B4-BE49-F238E27FC236}">
                <a16:creationId xmlns:a16="http://schemas.microsoft.com/office/drawing/2014/main" id="{CE666CD7-A177-46CE-B364-E6F807F02A1D}"/>
              </a:ext>
            </a:extLst>
          </p:cNvPr>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6670386A-8333-4787-99CE-B4043E32D0B0}"/>
              </a:ext>
            </a:extLst>
          </p:cNvPr>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a:extLst>
              <a:ext uri="{FF2B5EF4-FFF2-40B4-BE49-F238E27FC236}">
                <a16:creationId xmlns:a16="http://schemas.microsoft.com/office/drawing/2014/main" id="{3E50ACB9-3926-4C8F-ADD2-872B78C6258A}"/>
              </a:ext>
            </a:extLst>
          </p:cNvPr>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F3784E2E-53D3-4339-916F-6D06B8184A42}"/>
              </a:ext>
            </a:extLst>
          </p:cNvPr>
          <p:cNvCxnSpPr>
            <a:cxnSpLocks/>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8E91A18-23A8-4F2D-9ABA-CD75F23C2CDF}"/>
              </a:ext>
            </a:extLst>
          </p:cNvPr>
          <p:cNvCxnSpPr>
            <a:cxnSpLocks/>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186514"/>
      </p:ext>
    </p:extLst>
  </p:cSld>
  <p:clrMapOvr>
    <a:masterClrMapping/>
  </p:clrMapOvr>
  <p:transition spd="slow" advClick="0" advTm="3000">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5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a:extLst>
              <a:ext uri="{FF2B5EF4-FFF2-40B4-BE49-F238E27FC236}">
                <a16:creationId xmlns:a16="http://schemas.microsoft.com/office/drawing/2014/main" id="{2B6B1E38-92E7-264B-8E89-41E6E84A3B2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2">
            <a:extLst>
              <a:ext uri="{FF2B5EF4-FFF2-40B4-BE49-F238E27FC236}">
                <a16:creationId xmlns:a16="http://schemas.microsoft.com/office/drawing/2014/main" id="{8FD8A64B-6AD0-3A41-814C-1B63096892A1}"/>
              </a:ext>
            </a:extLst>
          </p:cNvPr>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9" name="文本占位符 2">
            <a:extLst>
              <a:ext uri="{FF2B5EF4-FFF2-40B4-BE49-F238E27FC236}">
                <a16:creationId xmlns:a16="http://schemas.microsoft.com/office/drawing/2014/main" id="{54EE1A10-8007-A34C-90EC-12BF9C0AED67}"/>
              </a:ext>
            </a:extLst>
          </p:cNvPr>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
        <p:nvSpPr>
          <p:cNvPr id="10" name="文本占位符 2">
            <a:extLst>
              <a:ext uri="{FF2B5EF4-FFF2-40B4-BE49-F238E27FC236}">
                <a16:creationId xmlns:a16="http://schemas.microsoft.com/office/drawing/2014/main" id="{FCC17F7B-0108-144F-8488-1E2862B90648}"/>
              </a:ext>
            </a:extLst>
          </p:cNvPr>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11" name="文本占位符 2">
            <a:extLst>
              <a:ext uri="{FF2B5EF4-FFF2-40B4-BE49-F238E27FC236}">
                <a16:creationId xmlns:a16="http://schemas.microsoft.com/office/drawing/2014/main" id="{30BB9E0B-0189-FE49-A78C-FE753F2AA793}"/>
              </a:ext>
            </a:extLst>
          </p:cNvPr>
          <p:cNvSpPr>
            <a:spLocks noGrp="1"/>
          </p:cNvSpPr>
          <p:nvPr>
            <p:ph type="body" sz="quarter" idx="10" hasCustomPrompt="1"/>
          </p:nvPr>
        </p:nvSpPr>
        <p:spPr>
          <a:xfrm>
            <a:off x="440603" y="759873"/>
            <a:ext cx="1657138" cy="440267"/>
          </a:xfrm>
          <a:prstGeom prst="rect">
            <a:avLst/>
          </a:prstGeom>
        </p:spPr>
        <p:txBody>
          <a:bodyPr/>
          <a:lstStyle>
            <a:lvl1pPr marL="0" marR="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sz="1867" b="0" i="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marL="0" marR="0" lvl="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en-US" altLang="zh-CN"/>
              <a:t>OfficePLUS</a:t>
            </a:r>
            <a:endParaRPr kumimoji="1" lang="zh-CN" altLang="en-US"/>
          </a:p>
        </p:txBody>
      </p:sp>
      <p:sp>
        <p:nvSpPr>
          <p:cNvPr id="6" name="文本占位符 2">
            <a:extLst>
              <a:ext uri="{FF2B5EF4-FFF2-40B4-BE49-F238E27FC236}">
                <a16:creationId xmlns:a16="http://schemas.microsoft.com/office/drawing/2014/main" id="{0794DEC1-0DDB-5444-9DA7-6EDC75F3C898}"/>
              </a:ext>
            </a:extLst>
          </p:cNvPr>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8" name="文本占位符 2">
            <a:extLst>
              <a:ext uri="{FF2B5EF4-FFF2-40B4-BE49-F238E27FC236}">
                <a16:creationId xmlns:a16="http://schemas.microsoft.com/office/drawing/2014/main" id="{2E329B3E-8E5D-6C4F-8355-071113D7373A}"/>
              </a:ext>
            </a:extLst>
          </p:cNvPr>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14" name="文本占位符 2">
            <a:extLst>
              <a:ext uri="{FF2B5EF4-FFF2-40B4-BE49-F238E27FC236}">
                <a16:creationId xmlns:a16="http://schemas.microsoft.com/office/drawing/2014/main" id="{EE8BE598-6F23-D84B-ABD3-65A6F031CF37}"/>
              </a:ext>
            </a:extLst>
          </p:cNvPr>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5733220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封面页">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1556376418"/>
      </p:ext>
    </p:extLst>
  </p:cSld>
  <p:clrMapOvr>
    <a:masterClrMapping/>
  </p:clrMapOvr>
  <p:transition spd="slow" advClick="0" advTm="3000">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8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ADCEE-0FB6-46AB-BF07-E70F4CDAC64F}"/>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3B7B2F0-AE5A-4B0B-8E37-E2E08753218F}"/>
              </a:ext>
            </a:extLst>
          </p:cNvPr>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5">
            <a:extLst>
              <a:ext uri="{FF2B5EF4-FFF2-40B4-BE49-F238E27FC236}">
                <a16:creationId xmlns:a16="http://schemas.microsoft.com/office/drawing/2014/main" id="{EA113AB3-C633-486D-B75E-133B81F54E56}"/>
              </a:ext>
            </a:extLst>
          </p:cNvPr>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a:extLst>
              <a:ext uri="{FF2B5EF4-FFF2-40B4-BE49-F238E27FC236}">
                <a16:creationId xmlns:a16="http://schemas.microsoft.com/office/drawing/2014/main" id="{78E260A6-64F8-49C6-822C-A370DCBA62C4}"/>
              </a:ext>
            </a:extLst>
          </p:cNvPr>
          <p:cNvSpPr>
            <a:spLocks noGrp="1"/>
          </p:cNvSpPr>
          <p:nvPr>
            <p:ph type="body" sz="quarter" idx="10"/>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2060028063"/>
      </p:ext>
    </p:extLst>
  </p:cSld>
  <p:clrMapOvr>
    <a:masterClrMapping/>
  </p:clrMapOvr>
  <p:transition spd="slow" advClick="0" advTm="3000">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6_内容页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18514A7-472D-4B93-B405-E4479D8A1775}"/>
              </a:ext>
            </a:extLst>
          </p:cNvPr>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CFB25EEC-30E2-414D-8579-B6B5E67C8F1A}"/>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14910A1B-EA1B-401A-B805-5E701798A2CA}"/>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CA0902C-BC1A-4A0F-A238-C040212F2FF5}"/>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2233718"/>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6_结尾页1">
    <p:bg>
      <p:bgPr>
        <a:solidFill>
          <a:schemeClr val="accent1"/>
        </a:solidFill>
        <a:effectLst/>
      </p:bgPr>
    </p:bg>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5D2DC35-8B4F-44F6-B35A-D5D618F14D1C}"/>
              </a:ext>
            </a:extLst>
          </p:cNvPr>
          <p:cNvSpPr>
            <a:spLocks noGrp="1"/>
          </p:cNvSpPr>
          <p:nvPr>
            <p:ph type="ctrTitle"/>
          </p:nvPr>
        </p:nvSpPr>
        <p:spPr>
          <a:xfrm>
            <a:off x="1524000" y="2544006"/>
            <a:ext cx="9144000" cy="813556"/>
          </a:xfrm>
        </p:spPr>
        <p:txBody>
          <a:bodyPr/>
          <a:lstStyle/>
          <a:p>
            <a:endParaRPr lang="zh-CN" altLang="en-US"/>
          </a:p>
        </p:txBody>
      </p:sp>
      <p:sp>
        <p:nvSpPr>
          <p:cNvPr id="7" name="矩形 6">
            <a:extLst>
              <a:ext uri="{FF2B5EF4-FFF2-40B4-BE49-F238E27FC236}">
                <a16:creationId xmlns:a16="http://schemas.microsoft.com/office/drawing/2014/main" id="{98054721-1392-4121-BA16-4193948BCD73}"/>
              </a:ext>
            </a:extLst>
          </p:cNvPr>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a:extLst>
              <a:ext uri="{FF2B5EF4-FFF2-40B4-BE49-F238E27FC236}">
                <a16:creationId xmlns:a16="http://schemas.microsoft.com/office/drawing/2014/main" id="{719D75CD-F2FD-4F9C-ACC6-B5478B677422}"/>
              </a:ext>
            </a:extLst>
          </p:cNvPr>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09345531-705B-4474-B0C9-ECE90B335E08}"/>
              </a:ext>
            </a:extLst>
          </p:cNvPr>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600" b="1" dirty="0">
                <a:solidFill>
                  <a:schemeClr val="accent1"/>
                </a:solidFill>
                <a:latin typeface="+mn-lt"/>
                <a:ea typeface="微软雅黑" pitchFamily="34" charset="-122"/>
              </a:rPr>
              <a:t>THANKS</a:t>
            </a:r>
          </a:p>
        </p:txBody>
      </p:sp>
      <p:sp>
        <p:nvSpPr>
          <p:cNvPr id="11" name="TextBox 8">
            <a:extLst>
              <a:ext uri="{FF2B5EF4-FFF2-40B4-BE49-F238E27FC236}">
                <a16:creationId xmlns:a16="http://schemas.microsoft.com/office/drawing/2014/main" id="{A23B1E8F-2F55-422E-B603-E706D6122F8C}"/>
              </a:ext>
            </a:extLst>
          </p:cNvPr>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mn-ea"/>
                <a:ea typeface="+mn-ea"/>
              </a:rPr>
              <a:t>敬请各位老师指导</a:t>
            </a:r>
          </a:p>
        </p:txBody>
      </p:sp>
      <p:sp>
        <p:nvSpPr>
          <p:cNvPr id="12" name="Freeform 5">
            <a:extLst>
              <a:ext uri="{FF2B5EF4-FFF2-40B4-BE49-F238E27FC236}">
                <a16:creationId xmlns:a16="http://schemas.microsoft.com/office/drawing/2014/main" id="{E21DAFCA-DCD4-48E1-9AF3-5524ED008A3D}"/>
              </a:ext>
            </a:extLst>
          </p:cNvPr>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a:extLst>
              <a:ext uri="{FF2B5EF4-FFF2-40B4-BE49-F238E27FC236}">
                <a16:creationId xmlns:a16="http://schemas.microsoft.com/office/drawing/2014/main" id="{CE666CD7-A177-46CE-B364-E6F807F02A1D}"/>
              </a:ext>
            </a:extLst>
          </p:cNvPr>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6670386A-8333-4787-99CE-B4043E32D0B0}"/>
              </a:ext>
            </a:extLst>
          </p:cNvPr>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a:extLst>
              <a:ext uri="{FF2B5EF4-FFF2-40B4-BE49-F238E27FC236}">
                <a16:creationId xmlns:a16="http://schemas.microsoft.com/office/drawing/2014/main" id="{3E50ACB9-3926-4C8F-ADD2-872B78C6258A}"/>
              </a:ext>
            </a:extLst>
          </p:cNvPr>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F3784E2E-53D3-4339-916F-6D06B8184A42}"/>
              </a:ext>
            </a:extLst>
          </p:cNvPr>
          <p:cNvCxnSpPr>
            <a:cxnSpLocks/>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8E91A18-23A8-4F2D-9ABA-CD75F23C2CDF}"/>
              </a:ext>
            </a:extLst>
          </p:cNvPr>
          <p:cNvCxnSpPr>
            <a:cxnSpLocks/>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7657237"/>
      </p:ext>
    </p:extLst>
  </p:cSld>
  <p:clrMapOvr>
    <a:masterClrMapping/>
  </p:clrMapOvr>
  <p:transition spd="slow" advClick="0" advTm="3000">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6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a:extLst>
              <a:ext uri="{FF2B5EF4-FFF2-40B4-BE49-F238E27FC236}">
                <a16:creationId xmlns:a16="http://schemas.microsoft.com/office/drawing/2014/main" id="{2B6B1E38-92E7-264B-8E89-41E6E84A3B2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2">
            <a:extLst>
              <a:ext uri="{FF2B5EF4-FFF2-40B4-BE49-F238E27FC236}">
                <a16:creationId xmlns:a16="http://schemas.microsoft.com/office/drawing/2014/main" id="{8FD8A64B-6AD0-3A41-814C-1B63096892A1}"/>
              </a:ext>
            </a:extLst>
          </p:cNvPr>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9" name="文本占位符 2">
            <a:extLst>
              <a:ext uri="{FF2B5EF4-FFF2-40B4-BE49-F238E27FC236}">
                <a16:creationId xmlns:a16="http://schemas.microsoft.com/office/drawing/2014/main" id="{54EE1A10-8007-A34C-90EC-12BF9C0AED67}"/>
              </a:ext>
            </a:extLst>
          </p:cNvPr>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
        <p:nvSpPr>
          <p:cNvPr id="10" name="文本占位符 2">
            <a:extLst>
              <a:ext uri="{FF2B5EF4-FFF2-40B4-BE49-F238E27FC236}">
                <a16:creationId xmlns:a16="http://schemas.microsoft.com/office/drawing/2014/main" id="{FCC17F7B-0108-144F-8488-1E2862B90648}"/>
              </a:ext>
            </a:extLst>
          </p:cNvPr>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11" name="文本占位符 2">
            <a:extLst>
              <a:ext uri="{FF2B5EF4-FFF2-40B4-BE49-F238E27FC236}">
                <a16:creationId xmlns:a16="http://schemas.microsoft.com/office/drawing/2014/main" id="{30BB9E0B-0189-FE49-A78C-FE753F2AA793}"/>
              </a:ext>
            </a:extLst>
          </p:cNvPr>
          <p:cNvSpPr>
            <a:spLocks noGrp="1"/>
          </p:cNvSpPr>
          <p:nvPr>
            <p:ph type="body" sz="quarter" idx="10" hasCustomPrompt="1"/>
          </p:nvPr>
        </p:nvSpPr>
        <p:spPr>
          <a:xfrm>
            <a:off x="440603" y="759873"/>
            <a:ext cx="1657138" cy="440267"/>
          </a:xfrm>
          <a:prstGeom prst="rect">
            <a:avLst/>
          </a:prstGeom>
        </p:spPr>
        <p:txBody>
          <a:bodyPr/>
          <a:lstStyle>
            <a:lvl1pPr marL="0" marR="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sz="1867" b="0" i="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marL="0" marR="0" lvl="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en-US" altLang="zh-CN"/>
              <a:t>OfficePLUS</a:t>
            </a:r>
            <a:endParaRPr kumimoji="1" lang="zh-CN" altLang="en-US"/>
          </a:p>
        </p:txBody>
      </p:sp>
      <p:sp>
        <p:nvSpPr>
          <p:cNvPr id="6" name="文本占位符 2">
            <a:extLst>
              <a:ext uri="{FF2B5EF4-FFF2-40B4-BE49-F238E27FC236}">
                <a16:creationId xmlns:a16="http://schemas.microsoft.com/office/drawing/2014/main" id="{0794DEC1-0DDB-5444-9DA7-6EDC75F3C898}"/>
              </a:ext>
            </a:extLst>
          </p:cNvPr>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8" name="文本占位符 2">
            <a:extLst>
              <a:ext uri="{FF2B5EF4-FFF2-40B4-BE49-F238E27FC236}">
                <a16:creationId xmlns:a16="http://schemas.microsoft.com/office/drawing/2014/main" id="{2E329B3E-8E5D-6C4F-8355-071113D7373A}"/>
              </a:ext>
            </a:extLst>
          </p:cNvPr>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14" name="文本占位符 2">
            <a:extLst>
              <a:ext uri="{FF2B5EF4-FFF2-40B4-BE49-F238E27FC236}">
                <a16:creationId xmlns:a16="http://schemas.microsoft.com/office/drawing/2014/main" id="{EE8BE598-6F23-D84B-ABD3-65A6F031CF37}"/>
              </a:ext>
            </a:extLst>
          </p:cNvPr>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15111218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7_封面页">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2562274766"/>
      </p:ext>
    </p:extLst>
  </p:cSld>
  <p:clrMapOvr>
    <a:masterClrMapping/>
  </p:clrMapOvr>
  <p:transition spd="slow" advClick="0" advTm="3000">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ADCEE-0FB6-46AB-BF07-E70F4CDAC64F}"/>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3B7B2F0-AE5A-4B0B-8E37-E2E08753218F}"/>
              </a:ext>
            </a:extLst>
          </p:cNvPr>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5">
            <a:extLst>
              <a:ext uri="{FF2B5EF4-FFF2-40B4-BE49-F238E27FC236}">
                <a16:creationId xmlns:a16="http://schemas.microsoft.com/office/drawing/2014/main" id="{EA113AB3-C633-486D-B75E-133B81F54E56}"/>
              </a:ext>
            </a:extLst>
          </p:cNvPr>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a:extLst>
              <a:ext uri="{FF2B5EF4-FFF2-40B4-BE49-F238E27FC236}">
                <a16:creationId xmlns:a16="http://schemas.microsoft.com/office/drawing/2014/main" id="{78E260A6-64F8-49C6-822C-A370DCBA62C4}"/>
              </a:ext>
            </a:extLst>
          </p:cNvPr>
          <p:cNvSpPr>
            <a:spLocks noGrp="1"/>
          </p:cNvSpPr>
          <p:nvPr>
            <p:ph type="body" sz="quarter" idx="10"/>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3333861829"/>
      </p:ext>
    </p:extLst>
  </p:cSld>
  <p:clrMapOvr>
    <a:masterClrMapping/>
  </p:clrMapOvr>
  <p:transition spd="slow" advClick="0" advTm="3000">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7_内容页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18514A7-472D-4B93-B405-E4479D8A1775}"/>
              </a:ext>
            </a:extLst>
          </p:cNvPr>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CFB25EEC-30E2-414D-8579-B6B5E67C8F1A}"/>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14910A1B-EA1B-401A-B805-5E701798A2CA}"/>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CA0902C-BC1A-4A0F-A238-C040212F2FF5}"/>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7618992"/>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7_结尾页1">
    <p:bg>
      <p:bgPr>
        <a:solidFill>
          <a:schemeClr val="accent1"/>
        </a:solidFill>
        <a:effectLst/>
      </p:bgPr>
    </p:bg>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5D2DC35-8B4F-44F6-B35A-D5D618F14D1C}"/>
              </a:ext>
            </a:extLst>
          </p:cNvPr>
          <p:cNvSpPr>
            <a:spLocks noGrp="1"/>
          </p:cNvSpPr>
          <p:nvPr>
            <p:ph type="ctrTitle"/>
          </p:nvPr>
        </p:nvSpPr>
        <p:spPr>
          <a:xfrm>
            <a:off x="1524000" y="2544006"/>
            <a:ext cx="9144000" cy="813556"/>
          </a:xfrm>
        </p:spPr>
        <p:txBody>
          <a:bodyPr/>
          <a:lstStyle/>
          <a:p>
            <a:endParaRPr lang="zh-CN" altLang="en-US"/>
          </a:p>
        </p:txBody>
      </p:sp>
      <p:sp>
        <p:nvSpPr>
          <p:cNvPr id="7" name="矩形 6">
            <a:extLst>
              <a:ext uri="{FF2B5EF4-FFF2-40B4-BE49-F238E27FC236}">
                <a16:creationId xmlns:a16="http://schemas.microsoft.com/office/drawing/2014/main" id="{98054721-1392-4121-BA16-4193948BCD73}"/>
              </a:ext>
            </a:extLst>
          </p:cNvPr>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a:extLst>
              <a:ext uri="{FF2B5EF4-FFF2-40B4-BE49-F238E27FC236}">
                <a16:creationId xmlns:a16="http://schemas.microsoft.com/office/drawing/2014/main" id="{719D75CD-F2FD-4F9C-ACC6-B5478B677422}"/>
              </a:ext>
            </a:extLst>
          </p:cNvPr>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09345531-705B-4474-B0C9-ECE90B335E08}"/>
              </a:ext>
            </a:extLst>
          </p:cNvPr>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600" b="1" dirty="0">
                <a:solidFill>
                  <a:schemeClr val="accent1"/>
                </a:solidFill>
                <a:latin typeface="+mn-lt"/>
                <a:ea typeface="微软雅黑" pitchFamily="34" charset="-122"/>
              </a:rPr>
              <a:t>THANKS</a:t>
            </a:r>
          </a:p>
        </p:txBody>
      </p:sp>
      <p:sp>
        <p:nvSpPr>
          <p:cNvPr id="11" name="TextBox 8">
            <a:extLst>
              <a:ext uri="{FF2B5EF4-FFF2-40B4-BE49-F238E27FC236}">
                <a16:creationId xmlns:a16="http://schemas.microsoft.com/office/drawing/2014/main" id="{A23B1E8F-2F55-422E-B603-E706D6122F8C}"/>
              </a:ext>
            </a:extLst>
          </p:cNvPr>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mn-ea"/>
                <a:ea typeface="+mn-ea"/>
              </a:rPr>
              <a:t>敬请各位老师指导</a:t>
            </a:r>
          </a:p>
        </p:txBody>
      </p:sp>
      <p:sp>
        <p:nvSpPr>
          <p:cNvPr id="12" name="Freeform 5">
            <a:extLst>
              <a:ext uri="{FF2B5EF4-FFF2-40B4-BE49-F238E27FC236}">
                <a16:creationId xmlns:a16="http://schemas.microsoft.com/office/drawing/2014/main" id="{E21DAFCA-DCD4-48E1-9AF3-5524ED008A3D}"/>
              </a:ext>
            </a:extLst>
          </p:cNvPr>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a:extLst>
              <a:ext uri="{FF2B5EF4-FFF2-40B4-BE49-F238E27FC236}">
                <a16:creationId xmlns:a16="http://schemas.microsoft.com/office/drawing/2014/main" id="{CE666CD7-A177-46CE-B364-E6F807F02A1D}"/>
              </a:ext>
            </a:extLst>
          </p:cNvPr>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6670386A-8333-4787-99CE-B4043E32D0B0}"/>
              </a:ext>
            </a:extLst>
          </p:cNvPr>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a:extLst>
              <a:ext uri="{FF2B5EF4-FFF2-40B4-BE49-F238E27FC236}">
                <a16:creationId xmlns:a16="http://schemas.microsoft.com/office/drawing/2014/main" id="{3E50ACB9-3926-4C8F-ADD2-872B78C6258A}"/>
              </a:ext>
            </a:extLst>
          </p:cNvPr>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F3784E2E-53D3-4339-916F-6D06B8184A42}"/>
              </a:ext>
            </a:extLst>
          </p:cNvPr>
          <p:cNvCxnSpPr>
            <a:cxnSpLocks/>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8E91A18-23A8-4F2D-9ABA-CD75F23C2CDF}"/>
              </a:ext>
            </a:extLst>
          </p:cNvPr>
          <p:cNvCxnSpPr>
            <a:cxnSpLocks/>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2949525"/>
      </p:ext>
    </p:extLst>
  </p:cSld>
  <p:clrMapOvr>
    <a:masterClrMapping/>
  </p:clrMapOvr>
  <p:transition spd="slow" advClick="0" advTm="3000">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7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a:extLst>
              <a:ext uri="{FF2B5EF4-FFF2-40B4-BE49-F238E27FC236}">
                <a16:creationId xmlns:a16="http://schemas.microsoft.com/office/drawing/2014/main" id="{2B6B1E38-92E7-264B-8E89-41E6E84A3B2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2">
            <a:extLst>
              <a:ext uri="{FF2B5EF4-FFF2-40B4-BE49-F238E27FC236}">
                <a16:creationId xmlns:a16="http://schemas.microsoft.com/office/drawing/2014/main" id="{8FD8A64B-6AD0-3A41-814C-1B63096892A1}"/>
              </a:ext>
            </a:extLst>
          </p:cNvPr>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9" name="文本占位符 2">
            <a:extLst>
              <a:ext uri="{FF2B5EF4-FFF2-40B4-BE49-F238E27FC236}">
                <a16:creationId xmlns:a16="http://schemas.microsoft.com/office/drawing/2014/main" id="{54EE1A10-8007-A34C-90EC-12BF9C0AED67}"/>
              </a:ext>
            </a:extLst>
          </p:cNvPr>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
        <p:nvSpPr>
          <p:cNvPr id="10" name="文本占位符 2">
            <a:extLst>
              <a:ext uri="{FF2B5EF4-FFF2-40B4-BE49-F238E27FC236}">
                <a16:creationId xmlns:a16="http://schemas.microsoft.com/office/drawing/2014/main" id="{FCC17F7B-0108-144F-8488-1E2862B90648}"/>
              </a:ext>
            </a:extLst>
          </p:cNvPr>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11" name="文本占位符 2">
            <a:extLst>
              <a:ext uri="{FF2B5EF4-FFF2-40B4-BE49-F238E27FC236}">
                <a16:creationId xmlns:a16="http://schemas.microsoft.com/office/drawing/2014/main" id="{30BB9E0B-0189-FE49-A78C-FE753F2AA793}"/>
              </a:ext>
            </a:extLst>
          </p:cNvPr>
          <p:cNvSpPr>
            <a:spLocks noGrp="1"/>
          </p:cNvSpPr>
          <p:nvPr>
            <p:ph type="body" sz="quarter" idx="10" hasCustomPrompt="1"/>
          </p:nvPr>
        </p:nvSpPr>
        <p:spPr>
          <a:xfrm>
            <a:off x="440603" y="759873"/>
            <a:ext cx="1657138" cy="440267"/>
          </a:xfrm>
          <a:prstGeom prst="rect">
            <a:avLst/>
          </a:prstGeom>
        </p:spPr>
        <p:txBody>
          <a:bodyPr/>
          <a:lstStyle>
            <a:lvl1pPr marL="0" marR="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sz="1867" b="0" i="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marL="0" marR="0" lvl="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en-US" altLang="zh-CN"/>
              <a:t>OfficePLUS</a:t>
            </a:r>
            <a:endParaRPr kumimoji="1" lang="zh-CN" altLang="en-US"/>
          </a:p>
        </p:txBody>
      </p:sp>
      <p:sp>
        <p:nvSpPr>
          <p:cNvPr id="6" name="文本占位符 2">
            <a:extLst>
              <a:ext uri="{FF2B5EF4-FFF2-40B4-BE49-F238E27FC236}">
                <a16:creationId xmlns:a16="http://schemas.microsoft.com/office/drawing/2014/main" id="{0794DEC1-0DDB-5444-9DA7-6EDC75F3C898}"/>
              </a:ext>
            </a:extLst>
          </p:cNvPr>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8" name="文本占位符 2">
            <a:extLst>
              <a:ext uri="{FF2B5EF4-FFF2-40B4-BE49-F238E27FC236}">
                <a16:creationId xmlns:a16="http://schemas.microsoft.com/office/drawing/2014/main" id="{2E329B3E-8E5D-6C4F-8355-071113D7373A}"/>
              </a:ext>
            </a:extLst>
          </p:cNvPr>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14" name="文本占位符 2">
            <a:extLst>
              <a:ext uri="{FF2B5EF4-FFF2-40B4-BE49-F238E27FC236}">
                <a16:creationId xmlns:a16="http://schemas.microsoft.com/office/drawing/2014/main" id="{EE8BE598-6F23-D84B-ABD3-65A6F031CF37}"/>
              </a:ext>
            </a:extLst>
          </p:cNvPr>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1109061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8_封面页">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1229239129"/>
      </p:ext>
    </p:extLst>
  </p:cSld>
  <p:clrMapOvr>
    <a:masterClrMapping/>
  </p:clrMapOvr>
  <p:transition spd="slow" advClick="0" advTm="3000">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ADCEE-0FB6-46AB-BF07-E70F4CDAC64F}"/>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3B7B2F0-AE5A-4B0B-8E37-E2E08753218F}"/>
              </a:ext>
            </a:extLst>
          </p:cNvPr>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5">
            <a:extLst>
              <a:ext uri="{FF2B5EF4-FFF2-40B4-BE49-F238E27FC236}">
                <a16:creationId xmlns:a16="http://schemas.microsoft.com/office/drawing/2014/main" id="{EA113AB3-C633-486D-B75E-133B81F54E56}"/>
              </a:ext>
            </a:extLst>
          </p:cNvPr>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a:extLst>
              <a:ext uri="{FF2B5EF4-FFF2-40B4-BE49-F238E27FC236}">
                <a16:creationId xmlns:a16="http://schemas.microsoft.com/office/drawing/2014/main" id="{78E260A6-64F8-49C6-822C-A370DCBA62C4}"/>
              </a:ext>
            </a:extLst>
          </p:cNvPr>
          <p:cNvSpPr>
            <a:spLocks noGrp="1"/>
          </p:cNvSpPr>
          <p:nvPr>
            <p:ph type="body" sz="quarter" idx="10"/>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3800091077"/>
      </p:ext>
    </p:extLst>
  </p:cSld>
  <p:clrMapOvr>
    <a:masterClrMapping/>
  </p:clrMapOvr>
  <p:transition spd="slow" advClick="0" advTm="3000">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8_内容页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18514A7-472D-4B93-B405-E4479D8A1775}"/>
              </a:ext>
            </a:extLst>
          </p:cNvPr>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CFB25EEC-30E2-414D-8579-B6B5E67C8F1A}"/>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14910A1B-EA1B-401A-B805-5E701798A2CA}"/>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CA0902C-BC1A-4A0F-A238-C040212F2FF5}"/>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2246915"/>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8_结尾页1">
    <p:bg>
      <p:bgPr>
        <a:solidFill>
          <a:schemeClr val="accent1"/>
        </a:solidFill>
        <a:effectLst/>
      </p:bgPr>
    </p:bg>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5D2DC35-8B4F-44F6-B35A-D5D618F14D1C}"/>
              </a:ext>
            </a:extLst>
          </p:cNvPr>
          <p:cNvSpPr>
            <a:spLocks noGrp="1"/>
          </p:cNvSpPr>
          <p:nvPr>
            <p:ph type="ctrTitle"/>
          </p:nvPr>
        </p:nvSpPr>
        <p:spPr>
          <a:xfrm>
            <a:off x="1524000" y="2544006"/>
            <a:ext cx="9144000" cy="813556"/>
          </a:xfrm>
        </p:spPr>
        <p:txBody>
          <a:bodyPr/>
          <a:lstStyle/>
          <a:p>
            <a:endParaRPr lang="zh-CN" altLang="en-US"/>
          </a:p>
        </p:txBody>
      </p:sp>
      <p:sp>
        <p:nvSpPr>
          <p:cNvPr id="7" name="矩形 6">
            <a:extLst>
              <a:ext uri="{FF2B5EF4-FFF2-40B4-BE49-F238E27FC236}">
                <a16:creationId xmlns:a16="http://schemas.microsoft.com/office/drawing/2014/main" id="{98054721-1392-4121-BA16-4193948BCD73}"/>
              </a:ext>
            </a:extLst>
          </p:cNvPr>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a:extLst>
              <a:ext uri="{FF2B5EF4-FFF2-40B4-BE49-F238E27FC236}">
                <a16:creationId xmlns:a16="http://schemas.microsoft.com/office/drawing/2014/main" id="{719D75CD-F2FD-4F9C-ACC6-B5478B677422}"/>
              </a:ext>
            </a:extLst>
          </p:cNvPr>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09345531-705B-4474-B0C9-ECE90B335E08}"/>
              </a:ext>
            </a:extLst>
          </p:cNvPr>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600" b="1" dirty="0">
                <a:solidFill>
                  <a:schemeClr val="accent1"/>
                </a:solidFill>
                <a:latin typeface="+mn-lt"/>
                <a:ea typeface="微软雅黑" pitchFamily="34" charset="-122"/>
              </a:rPr>
              <a:t>THANKS</a:t>
            </a:r>
          </a:p>
        </p:txBody>
      </p:sp>
      <p:sp>
        <p:nvSpPr>
          <p:cNvPr id="11" name="TextBox 8">
            <a:extLst>
              <a:ext uri="{FF2B5EF4-FFF2-40B4-BE49-F238E27FC236}">
                <a16:creationId xmlns:a16="http://schemas.microsoft.com/office/drawing/2014/main" id="{A23B1E8F-2F55-422E-B603-E706D6122F8C}"/>
              </a:ext>
            </a:extLst>
          </p:cNvPr>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mn-ea"/>
                <a:ea typeface="+mn-ea"/>
              </a:rPr>
              <a:t>敬请各位老师指导</a:t>
            </a:r>
          </a:p>
        </p:txBody>
      </p:sp>
      <p:sp>
        <p:nvSpPr>
          <p:cNvPr id="12" name="Freeform 5">
            <a:extLst>
              <a:ext uri="{FF2B5EF4-FFF2-40B4-BE49-F238E27FC236}">
                <a16:creationId xmlns:a16="http://schemas.microsoft.com/office/drawing/2014/main" id="{E21DAFCA-DCD4-48E1-9AF3-5524ED008A3D}"/>
              </a:ext>
            </a:extLst>
          </p:cNvPr>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a:extLst>
              <a:ext uri="{FF2B5EF4-FFF2-40B4-BE49-F238E27FC236}">
                <a16:creationId xmlns:a16="http://schemas.microsoft.com/office/drawing/2014/main" id="{CE666CD7-A177-46CE-B364-E6F807F02A1D}"/>
              </a:ext>
            </a:extLst>
          </p:cNvPr>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6670386A-8333-4787-99CE-B4043E32D0B0}"/>
              </a:ext>
            </a:extLst>
          </p:cNvPr>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a:extLst>
              <a:ext uri="{FF2B5EF4-FFF2-40B4-BE49-F238E27FC236}">
                <a16:creationId xmlns:a16="http://schemas.microsoft.com/office/drawing/2014/main" id="{3E50ACB9-3926-4C8F-ADD2-872B78C6258A}"/>
              </a:ext>
            </a:extLst>
          </p:cNvPr>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F3784E2E-53D3-4339-916F-6D06B8184A42}"/>
              </a:ext>
            </a:extLst>
          </p:cNvPr>
          <p:cNvCxnSpPr>
            <a:cxnSpLocks/>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8E91A18-23A8-4F2D-9ABA-CD75F23C2CDF}"/>
              </a:ext>
            </a:extLst>
          </p:cNvPr>
          <p:cNvCxnSpPr>
            <a:cxnSpLocks/>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7172017"/>
      </p:ext>
    </p:extLst>
  </p:cSld>
  <p:clrMapOvr>
    <a:masterClrMapping/>
  </p:clrMapOvr>
  <p:transition spd="slow" advClick="0" advTm="3000">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8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a:extLst>
              <a:ext uri="{FF2B5EF4-FFF2-40B4-BE49-F238E27FC236}">
                <a16:creationId xmlns:a16="http://schemas.microsoft.com/office/drawing/2014/main" id="{2B6B1E38-92E7-264B-8E89-41E6E84A3B2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2">
            <a:extLst>
              <a:ext uri="{FF2B5EF4-FFF2-40B4-BE49-F238E27FC236}">
                <a16:creationId xmlns:a16="http://schemas.microsoft.com/office/drawing/2014/main" id="{8FD8A64B-6AD0-3A41-814C-1B63096892A1}"/>
              </a:ext>
            </a:extLst>
          </p:cNvPr>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9" name="文本占位符 2">
            <a:extLst>
              <a:ext uri="{FF2B5EF4-FFF2-40B4-BE49-F238E27FC236}">
                <a16:creationId xmlns:a16="http://schemas.microsoft.com/office/drawing/2014/main" id="{54EE1A10-8007-A34C-90EC-12BF9C0AED67}"/>
              </a:ext>
            </a:extLst>
          </p:cNvPr>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
        <p:nvSpPr>
          <p:cNvPr id="10" name="文本占位符 2">
            <a:extLst>
              <a:ext uri="{FF2B5EF4-FFF2-40B4-BE49-F238E27FC236}">
                <a16:creationId xmlns:a16="http://schemas.microsoft.com/office/drawing/2014/main" id="{FCC17F7B-0108-144F-8488-1E2862B90648}"/>
              </a:ext>
            </a:extLst>
          </p:cNvPr>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11" name="文本占位符 2">
            <a:extLst>
              <a:ext uri="{FF2B5EF4-FFF2-40B4-BE49-F238E27FC236}">
                <a16:creationId xmlns:a16="http://schemas.microsoft.com/office/drawing/2014/main" id="{30BB9E0B-0189-FE49-A78C-FE753F2AA793}"/>
              </a:ext>
            </a:extLst>
          </p:cNvPr>
          <p:cNvSpPr>
            <a:spLocks noGrp="1"/>
          </p:cNvSpPr>
          <p:nvPr>
            <p:ph type="body" sz="quarter" idx="10" hasCustomPrompt="1"/>
          </p:nvPr>
        </p:nvSpPr>
        <p:spPr>
          <a:xfrm>
            <a:off x="440603" y="759873"/>
            <a:ext cx="1657138" cy="440267"/>
          </a:xfrm>
          <a:prstGeom prst="rect">
            <a:avLst/>
          </a:prstGeom>
        </p:spPr>
        <p:txBody>
          <a:bodyPr/>
          <a:lstStyle>
            <a:lvl1pPr marL="0" marR="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sz="1867" b="0" i="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marL="0" marR="0" lvl="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en-US" altLang="zh-CN"/>
              <a:t>OfficePLUS</a:t>
            </a:r>
            <a:endParaRPr kumimoji="1" lang="zh-CN" altLang="en-US"/>
          </a:p>
        </p:txBody>
      </p:sp>
      <p:sp>
        <p:nvSpPr>
          <p:cNvPr id="6" name="文本占位符 2">
            <a:extLst>
              <a:ext uri="{FF2B5EF4-FFF2-40B4-BE49-F238E27FC236}">
                <a16:creationId xmlns:a16="http://schemas.microsoft.com/office/drawing/2014/main" id="{0794DEC1-0DDB-5444-9DA7-6EDC75F3C898}"/>
              </a:ext>
            </a:extLst>
          </p:cNvPr>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8" name="文本占位符 2">
            <a:extLst>
              <a:ext uri="{FF2B5EF4-FFF2-40B4-BE49-F238E27FC236}">
                <a16:creationId xmlns:a16="http://schemas.microsoft.com/office/drawing/2014/main" id="{2E329B3E-8E5D-6C4F-8355-071113D7373A}"/>
              </a:ext>
            </a:extLst>
          </p:cNvPr>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14" name="文本占位符 2">
            <a:extLst>
              <a:ext uri="{FF2B5EF4-FFF2-40B4-BE49-F238E27FC236}">
                <a16:creationId xmlns:a16="http://schemas.microsoft.com/office/drawing/2014/main" id="{EE8BE598-6F23-D84B-ABD3-65A6F031CF37}"/>
              </a:ext>
            </a:extLst>
          </p:cNvPr>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3456793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9_封面页">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2091494356"/>
      </p:ext>
    </p:extLst>
  </p:cSld>
  <p:clrMapOvr>
    <a:masterClrMapping/>
  </p:clrMapOvr>
  <p:transition spd="slow" advClick="0" advTm="3000">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1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ADCEE-0FB6-46AB-BF07-E70F4CDAC64F}"/>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3B7B2F0-AE5A-4B0B-8E37-E2E08753218F}"/>
              </a:ext>
            </a:extLst>
          </p:cNvPr>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5">
            <a:extLst>
              <a:ext uri="{FF2B5EF4-FFF2-40B4-BE49-F238E27FC236}">
                <a16:creationId xmlns:a16="http://schemas.microsoft.com/office/drawing/2014/main" id="{EA113AB3-C633-486D-B75E-133B81F54E56}"/>
              </a:ext>
            </a:extLst>
          </p:cNvPr>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a:extLst>
              <a:ext uri="{FF2B5EF4-FFF2-40B4-BE49-F238E27FC236}">
                <a16:creationId xmlns:a16="http://schemas.microsoft.com/office/drawing/2014/main" id="{78E260A6-64F8-49C6-822C-A370DCBA62C4}"/>
              </a:ext>
            </a:extLst>
          </p:cNvPr>
          <p:cNvSpPr>
            <a:spLocks noGrp="1"/>
          </p:cNvSpPr>
          <p:nvPr>
            <p:ph type="body" sz="quarter" idx="10"/>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1519981068"/>
      </p:ext>
    </p:extLst>
  </p:cSld>
  <p:clrMapOvr>
    <a:masterClrMapping/>
  </p:clrMapOvr>
  <p:transition spd="slow" advClick="0" advTm="3000">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9_内容页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18514A7-472D-4B93-B405-E4479D8A1775}"/>
              </a:ext>
            </a:extLst>
          </p:cNvPr>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CFB25EEC-30E2-414D-8579-B6B5E67C8F1A}"/>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14910A1B-EA1B-401A-B805-5E701798A2CA}"/>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CA0902C-BC1A-4A0F-A238-C040212F2FF5}"/>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6443202"/>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9_结尾页1">
    <p:bg>
      <p:bgPr>
        <a:solidFill>
          <a:schemeClr val="accent1"/>
        </a:solidFill>
        <a:effectLst/>
      </p:bgPr>
    </p:bg>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5D2DC35-8B4F-44F6-B35A-D5D618F14D1C}"/>
              </a:ext>
            </a:extLst>
          </p:cNvPr>
          <p:cNvSpPr>
            <a:spLocks noGrp="1"/>
          </p:cNvSpPr>
          <p:nvPr>
            <p:ph type="ctrTitle"/>
          </p:nvPr>
        </p:nvSpPr>
        <p:spPr>
          <a:xfrm>
            <a:off x="1524000" y="2544006"/>
            <a:ext cx="9144000" cy="813556"/>
          </a:xfrm>
        </p:spPr>
        <p:txBody>
          <a:bodyPr/>
          <a:lstStyle/>
          <a:p>
            <a:endParaRPr lang="zh-CN" altLang="en-US"/>
          </a:p>
        </p:txBody>
      </p:sp>
      <p:sp>
        <p:nvSpPr>
          <p:cNvPr id="7" name="矩形 6">
            <a:extLst>
              <a:ext uri="{FF2B5EF4-FFF2-40B4-BE49-F238E27FC236}">
                <a16:creationId xmlns:a16="http://schemas.microsoft.com/office/drawing/2014/main" id="{98054721-1392-4121-BA16-4193948BCD73}"/>
              </a:ext>
            </a:extLst>
          </p:cNvPr>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a:extLst>
              <a:ext uri="{FF2B5EF4-FFF2-40B4-BE49-F238E27FC236}">
                <a16:creationId xmlns:a16="http://schemas.microsoft.com/office/drawing/2014/main" id="{719D75CD-F2FD-4F9C-ACC6-B5478B677422}"/>
              </a:ext>
            </a:extLst>
          </p:cNvPr>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09345531-705B-4474-B0C9-ECE90B335E08}"/>
              </a:ext>
            </a:extLst>
          </p:cNvPr>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600" b="1" dirty="0">
                <a:solidFill>
                  <a:schemeClr val="accent1"/>
                </a:solidFill>
                <a:latin typeface="+mn-lt"/>
                <a:ea typeface="微软雅黑" pitchFamily="34" charset="-122"/>
              </a:rPr>
              <a:t>THANKS</a:t>
            </a:r>
          </a:p>
        </p:txBody>
      </p:sp>
      <p:sp>
        <p:nvSpPr>
          <p:cNvPr id="11" name="TextBox 8">
            <a:extLst>
              <a:ext uri="{FF2B5EF4-FFF2-40B4-BE49-F238E27FC236}">
                <a16:creationId xmlns:a16="http://schemas.microsoft.com/office/drawing/2014/main" id="{A23B1E8F-2F55-422E-B603-E706D6122F8C}"/>
              </a:ext>
            </a:extLst>
          </p:cNvPr>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mn-ea"/>
                <a:ea typeface="+mn-ea"/>
              </a:rPr>
              <a:t>敬请各位老师指导</a:t>
            </a:r>
          </a:p>
        </p:txBody>
      </p:sp>
      <p:sp>
        <p:nvSpPr>
          <p:cNvPr id="12" name="Freeform 5">
            <a:extLst>
              <a:ext uri="{FF2B5EF4-FFF2-40B4-BE49-F238E27FC236}">
                <a16:creationId xmlns:a16="http://schemas.microsoft.com/office/drawing/2014/main" id="{E21DAFCA-DCD4-48E1-9AF3-5524ED008A3D}"/>
              </a:ext>
            </a:extLst>
          </p:cNvPr>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a:extLst>
              <a:ext uri="{FF2B5EF4-FFF2-40B4-BE49-F238E27FC236}">
                <a16:creationId xmlns:a16="http://schemas.microsoft.com/office/drawing/2014/main" id="{CE666CD7-A177-46CE-B364-E6F807F02A1D}"/>
              </a:ext>
            </a:extLst>
          </p:cNvPr>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6670386A-8333-4787-99CE-B4043E32D0B0}"/>
              </a:ext>
            </a:extLst>
          </p:cNvPr>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a:extLst>
              <a:ext uri="{FF2B5EF4-FFF2-40B4-BE49-F238E27FC236}">
                <a16:creationId xmlns:a16="http://schemas.microsoft.com/office/drawing/2014/main" id="{3E50ACB9-3926-4C8F-ADD2-872B78C6258A}"/>
              </a:ext>
            </a:extLst>
          </p:cNvPr>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F3784E2E-53D3-4339-916F-6D06B8184A42}"/>
              </a:ext>
            </a:extLst>
          </p:cNvPr>
          <p:cNvCxnSpPr>
            <a:cxnSpLocks/>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8E91A18-23A8-4F2D-9ABA-CD75F23C2CDF}"/>
              </a:ext>
            </a:extLst>
          </p:cNvPr>
          <p:cNvCxnSpPr>
            <a:cxnSpLocks/>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1715067"/>
      </p:ext>
    </p:extLst>
  </p:cSld>
  <p:clrMapOvr>
    <a:masterClrMapping/>
  </p:clrMapOvr>
  <p:transition spd="slow" advClick="0" advTm="3000">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9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a:extLst>
              <a:ext uri="{FF2B5EF4-FFF2-40B4-BE49-F238E27FC236}">
                <a16:creationId xmlns:a16="http://schemas.microsoft.com/office/drawing/2014/main" id="{2B6B1E38-92E7-264B-8E89-41E6E84A3B2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2">
            <a:extLst>
              <a:ext uri="{FF2B5EF4-FFF2-40B4-BE49-F238E27FC236}">
                <a16:creationId xmlns:a16="http://schemas.microsoft.com/office/drawing/2014/main" id="{8FD8A64B-6AD0-3A41-814C-1B63096892A1}"/>
              </a:ext>
            </a:extLst>
          </p:cNvPr>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9" name="文本占位符 2">
            <a:extLst>
              <a:ext uri="{FF2B5EF4-FFF2-40B4-BE49-F238E27FC236}">
                <a16:creationId xmlns:a16="http://schemas.microsoft.com/office/drawing/2014/main" id="{54EE1A10-8007-A34C-90EC-12BF9C0AED67}"/>
              </a:ext>
            </a:extLst>
          </p:cNvPr>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
        <p:nvSpPr>
          <p:cNvPr id="10" name="文本占位符 2">
            <a:extLst>
              <a:ext uri="{FF2B5EF4-FFF2-40B4-BE49-F238E27FC236}">
                <a16:creationId xmlns:a16="http://schemas.microsoft.com/office/drawing/2014/main" id="{FCC17F7B-0108-144F-8488-1E2862B90648}"/>
              </a:ext>
            </a:extLst>
          </p:cNvPr>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11" name="文本占位符 2">
            <a:extLst>
              <a:ext uri="{FF2B5EF4-FFF2-40B4-BE49-F238E27FC236}">
                <a16:creationId xmlns:a16="http://schemas.microsoft.com/office/drawing/2014/main" id="{30BB9E0B-0189-FE49-A78C-FE753F2AA793}"/>
              </a:ext>
            </a:extLst>
          </p:cNvPr>
          <p:cNvSpPr>
            <a:spLocks noGrp="1"/>
          </p:cNvSpPr>
          <p:nvPr>
            <p:ph type="body" sz="quarter" idx="10" hasCustomPrompt="1"/>
          </p:nvPr>
        </p:nvSpPr>
        <p:spPr>
          <a:xfrm>
            <a:off x="440603" y="759873"/>
            <a:ext cx="1657138" cy="440267"/>
          </a:xfrm>
          <a:prstGeom prst="rect">
            <a:avLst/>
          </a:prstGeom>
        </p:spPr>
        <p:txBody>
          <a:bodyPr/>
          <a:lstStyle>
            <a:lvl1pPr marL="0" marR="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sz="1867" b="0" i="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marL="0" marR="0" lvl="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en-US" altLang="zh-CN"/>
              <a:t>OfficePLUS</a:t>
            </a:r>
            <a:endParaRPr kumimoji="1" lang="zh-CN" altLang="en-US"/>
          </a:p>
        </p:txBody>
      </p:sp>
      <p:sp>
        <p:nvSpPr>
          <p:cNvPr id="6" name="文本占位符 2">
            <a:extLst>
              <a:ext uri="{FF2B5EF4-FFF2-40B4-BE49-F238E27FC236}">
                <a16:creationId xmlns:a16="http://schemas.microsoft.com/office/drawing/2014/main" id="{0794DEC1-0DDB-5444-9DA7-6EDC75F3C898}"/>
              </a:ext>
            </a:extLst>
          </p:cNvPr>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8" name="文本占位符 2">
            <a:extLst>
              <a:ext uri="{FF2B5EF4-FFF2-40B4-BE49-F238E27FC236}">
                <a16:creationId xmlns:a16="http://schemas.microsoft.com/office/drawing/2014/main" id="{2E329B3E-8E5D-6C4F-8355-071113D7373A}"/>
              </a:ext>
            </a:extLst>
          </p:cNvPr>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14" name="文本占位符 2">
            <a:extLst>
              <a:ext uri="{FF2B5EF4-FFF2-40B4-BE49-F238E27FC236}">
                <a16:creationId xmlns:a16="http://schemas.microsoft.com/office/drawing/2014/main" id="{EE8BE598-6F23-D84B-ABD3-65A6F031CF37}"/>
              </a:ext>
            </a:extLst>
          </p:cNvPr>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11317246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0_封面页">
    <p:spTree>
      <p:nvGrpSpPr>
        <p:cNvPr id="1" name=""/>
        <p:cNvGrpSpPr/>
        <p:nvPr/>
      </p:nvGrpSpPr>
      <p:grpSpPr>
        <a:xfrm>
          <a:off x="0" y="0"/>
          <a:ext cx="0" cy="0"/>
          <a:chOff x="0" y="0"/>
          <a:chExt cx="0" cy="0"/>
        </a:xfrm>
      </p:grpSpPr>
      <p:sp>
        <p:nvSpPr>
          <p:cNvPr id="6" name="PA_矩形 44">
            <a:extLst>
              <a:ext uri="{FF2B5EF4-FFF2-40B4-BE49-F238E27FC236}">
                <a16:creationId xmlns:a16="http://schemas.microsoft.com/office/drawing/2014/main" id="{9E8D6C7A-834E-44BA-81C4-D50911065EDE}"/>
              </a:ext>
            </a:extLst>
          </p:cNvPr>
          <p:cNvSpPr/>
          <p:nvPr userDrawn="1">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任意多边形 5">
            <a:extLst>
              <a:ext uri="{FF2B5EF4-FFF2-40B4-BE49-F238E27FC236}">
                <a16:creationId xmlns:a16="http://schemas.microsoft.com/office/drawing/2014/main" id="{589CAC40-B361-4760-AD74-D73D96F234A1}"/>
              </a:ext>
            </a:extLst>
          </p:cNvPr>
          <p:cNvSpPr>
            <a:spLocks noEditPoints="1"/>
          </p:cNvSpPr>
          <p:nvPr userDrawn="1">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PA_等腰三角形 11">
            <a:extLst>
              <a:ext uri="{FF2B5EF4-FFF2-40B4-BE49-F238E27FC236}">
                <a16:creationId xmlns:a16="http://schemas.microsoft.com/office/drawing/2014/main" id="{63227020-F056-4151-B78A-42CCD8BE4454}"/>
              </a:ext>
            </a:extLst>
          </p:cNvPr>
          <p:cNvSpPr/>
          <p:nvPr userDrawn="1">
            <p:custDataLst>
              <p:tags r:id="rId3"/>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a:extLst>
              <a:ext uri="{FF2B5EF4-FFF2-40B4-BE49-F238E27FC236}">
                <a16:creationId xmlns:a16="http://schemas.microsoft.com/office/drawing/2014/main" id="{4C893376-4C31-4255-B62E-55AFB574EB4F}"/>
              </a:ext>
            </a:extLst>
          </p:cNvPr>
          <p:cNvSpPr>
            <a:spLocks noGrp="1"/>
          </p:cNvSpPr>
          <p:nvPr>
            <p:ph type="body" sz="quarter" idx="10"/>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p>
        </p:txBody>
      </p:sp>
      <p:cxnSp>
        <p:nvCxnSpPr>
          <p:cNvPr id="13" name="PA_直接连接符 4">
            <a:extLst>
              <a:ext uri="{FF2B5EF4-FFF2-40B4-BE49-F238E27FC236}">
                <a16:creationId xmlns:a16="http://schemas.microsoft.com/office/drawing/2014/main" id="{FCA2BDE9-8E48-40F2-914D-46A1A474F52F}"/>
              </a:ext>
            </a:extLst>
          </p:cNvPr>
          <p:cNvCxnSpPr>
            <a:cxnSpLocks/>
          </p:cNvCxnSpPr>
          <p:nvPr userDrawn="1">
            <p:custDataLst>
              <p:tags r:id="rId4"/>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PA_直接连接符 52">
            <a:extLst>
              <a:ext uri="{FF2B5EF4-FFF2-40B4-BE49-F238E27FC236}">
                <a16:creationId xmlns:a16="http://schemas.microsoft.com/office/drawing/2014/main" id="{61E1812E-0D0A-47FF-A2E2-24268AEFB358}"/>
              </a:ext>
            </a:extLst>
          </p:cNvPr>
          <p:cNvCxnSpPr>
            <a:cxnSpLocks/>
          </p:cNvCxnSpPr>
          <p:nvPr userDrawn="1">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a:extLst>
              <a:ext uri="{FF2B5EF4-FFF2-40B4-BE49-F238E27FC236}">
                <a16:creationId xmlns:a16="http://schemas.microsoft.com/office/drawing/2014/main" id="{C6230AEE-07B3-46B9-8678-FC4430A16BA5}"/>
              </a:ext>
            </a:extLst>
          </p:cNvPr>
          <p:cNvSpPr>
            <a:spLocks noGrp="1"/>
          </p:cNvSpPr>
          <p:nvPr>
            <p:ph type="body" sz="quarter" idx="1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p>
        </p:txBody>
      </p:sp>
    </p:spTree>
    <p:extLst>
      <p:ext uri="{BB962C8B-B14F-4D97-AF65-F5344CB8AC3E}">
        <p14:creationId xmlns:p14="http://schemas.microsoft.com/office/powerpoint/2010/main" val="1488663634"/>
      </p:ext>
    </p:extLst>
  </p:cSld>
  <p:clrMapOvr>
    <a:masterClrMapping/>
  </p:clrMapOvr>
  <p:transition spd="slow" advClick="0" advTm="3000">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2_自定义版式">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ADCEE-0FB6-46AB-BF07-E70F4CDAC64F}"/>
              </a:ext>
            </a:extLst>
          </p:cNvPr>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3B7B2F0-AE5A-4B0B-8E37-E2E08753218F}"/>
              </a:ext>
            </a:extLst>
          </p:cNvPr>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5">
            <a:extLst>
              <a:ext uri="{FF2B5EF4-FFF2-40B4-BE49-F238E27FC236}">
                <a16:creationId xmlns:a16="http://schemas.microsoft.com/office/drawing/2014/main" id="{EA113AB3-C633-486D-B75E-133B81F54E56}"/>
              </a:ext>
            </a:extLst>
          </p:cNvPr>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a:extLst>
              <a:ext uri="{FF2B5EF4-FFF2-40B4-BE49-F238E27FC236}">
                <a16:creationId xmlns:a16="http://schemas.microsoft.com/office/drawing/2014/main" id="{78E260A6-64F8-49C6-822C-A370DCBA62C4}"/>
              </a:ext>
            </a:extLst>
          </p:cNvPr>
          <p:cNvSpPr>
            <a:spLocks noGrp="1"/>
          </p:cNvSpPr>
          <p:nvPr>
            <p:ph type="body" sz="quarter" idx="10"/>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p>
        </p:txBody>
      </p:sp>
    </p:spTree>
    <p:extLst>
      <p:ext uri="{BB962C8B-B14F-4D97-AF65-F5344CB8AC3E}">
        <p14:creationId xmlns:p14="http://schemas.microsoft.com/office/powerpoint/2010/main" val="2375803687"/>
      </p:ext>
    </p:extLst>
  </p:cSld>
  <p:clrMapOvr>
    <a:masterClrMapping/>
  </p:clrMapOvr>
  <p:transition spd="slow" advClick="0" advTm="3000">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0_内容页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18514A7-472D-4B93-B405-E4479D8A1775}"/>
              </a:ext>
            </a:extLst>
          </p:cNvPr>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a:extLst>
              <a:ext uri="{FF2B5EF4-FFF2-40B4-BE49-F238E27FC236}">
                <a16:creationId xmlns:a16="http://schemas.microsoft.com/office/drawing/2014/main" id="{CFB25EEC-30E2-414D-8579-B6B5E67C8F1A}"/>
              </a:ext>
            </a:extLst>
          </p:cNvPr>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p>
        </p:txBody>
      </p:sp>
      <p:cxnSp>
        <p:nvCxnSpPr>
          <p:cNvPr id="5" name="直接连接符 4">
            <a:extLst>
              <a:ext uri="{FF2B5EF4-FFF2-40B4-BE49-F238E27FC236}">
                <a16:creationId xmlns:a16="http://schemas.microsoft.com/office/drawing/2014/main" id="{14910A1B-EA1B-401A-B805-5E701798A2CA}"/>
              </a:ext>
            </a:extLst>
          </p:cNvPr>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CA0902C-BC1A-4A0F-A238-C040212F2FF5}"/>
              </a:ext>
            </a:extLst>
          </p:cNvPr>
          <p:cNvCxnSpPr>
            <a:cxnSpLocks/>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123724"/>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0_结尾页1">
    <p:bg>
      <p:bgPr>
        <a:solidFill>
          <a:schemeClr val="accent1"/>
        </a:solidFill>
        <a:effectLst/>
      </p:bgPr>
    </p:bg>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35D2DC35-8B4F-44F6-B35A-D5D618F14D1C}"/>
              </a:ext>
            </a:extLst>
          </p:cNvPr>
          <p:cNvSpPr>
            <a:spLocks noGrp="1"/>
          </p:cNvSpPr>
          <p:nvPr>
            <p:ph type="ctrTitle"/>
          </p:nvPr>
        </p:nvSpPr>
        <p:spPr>
          <a:xfrm>
            <a:off x="1524000" y="2544006"/>
            <a:ext cx="9144000" cy="813556"/>
          </a:xfrm>
        </p:spPr>
        <p:txBody>
          <a:bodyPr/>
          <a:lstStyle/>
          <a:p>
            <a:endParaRPr lang="zh-CN" altLang="en-US"/>
          </a:p>
        </p:txBody>
      </p:sp>
      <p:sp>
        <p:nvSpPr>
          <p:cNvPr id="7" name="矩形 6">
            <a:extLst>
              <a:ext uri="{FF2B5EF4-FFF2-40B4-BE49-F238E27FC236}">
                <a16:creationId xmlns:a16="http://schemas.microsoft.com/office/drawing/2014/main" id="{98054721-1392-4121-BA16-4193948BCD73}"/>
              </a:ext>
            </a:extLst>
          </p:cNvPr>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a:extLst>
              <a:ext uri="{FF2B5EF4-FFF2-40B4-BE49-F238E27FC236}">
                <a16:creationId xmlns:a16="http://schemas.microsoft.com/office/drawing/2014/main" id="{719D75CD-F2FD-4F9C-ACC6-B5478B677422}"/>
              </a:ext>
            </a:extLst>
          </p:cNvPr>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a:extLst>
              <a:ext uri="{FF2B5EF4-FFF2-40B4-BE49-F238E27FC236}">
                <a16:creationId xmlns:a16="http://schemas.microsoft.com/office/drawing/2014/main" id="{09345531-705B-4474-B0C9-ECE90B335E08}"/>
              </a:ext>
            </a:extLst>
          </p:cNvPr>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6600" b="1" dirty="0">
                <a:solidFill>
                  <a:schemeClr val="accent1"/>
                </a:solidFill>
                <a:latin typeface="+mn-lt"/>
                <a:ea typeface="微软雅黑" pitchFamily="34" charset="-122"/>
              </a:rPr>
              <a:t>THANKS</a:t>
            </a:r>
          </a:p>
        </p:txBody>
      </p:sp>
      <p:sp>
        <p:nvSpPr>
          <p:cNvPr id="11" name="TextBox 8">
            <a:extLst>
              <a:ext uri="{FF2B5EF4-FFF2-40B4-BE49-F238E27FC236}">
                <a16:creationId xmlns:a16="http://schemas.microsoft.com/office/drawing/2014/main" id="{A23B1E8F-2F55-422E-B603-E706D6122F8C}"/>
              </a:ext>
            </a:extLst>
          </p:cNvPr>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a:latin typeface="+mn-ea"/>
                <a:ea typeface="+mn-ea"/>
              </a:rPr>
              <a:t>敬请各位老师指导</a:t>
            </a:r>
          </a:p>
        </p:txBody>
      </p:sp>
      <p:sp>
        <p:nvSpPr>
          <p:cNvPr id="12" name="Freeform 5">
            <a:extLst>
              <a:ext uri="{FF2B5EF4-FFF2-40B4-BE49-F238E27FC236}">
                <a16:creationId xmlns:a16="http://schemas.microsoft.com/office/drawing/2014/main" id="{E21DAFCA-DCD4-48E1-9AF3-5524ED008A3D}"/>
              </a:ext>
            </a:extLst>
          </p:cNvPr>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a:extLst>
              <a:ext uri="{FF2B5EF4-FFF2-40B4-BE49-F238E27FC236}">
                <a16:creationId xmlns:a16="http://schemas.microsoft.com/office/drawing/2014/main" id="{CE666CD7-A177-46CE-B364-E6F807F02A1D}"/>
              </a:ext>
            </a:extLst>
          </p:cNvPr>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6670386A-8333-4787-99CE-B4043E32D0B0}"/>
              </a:ext>
            </a:extLst>
          </p:cNvPr>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a:extLst>
              <a:ext uri="{FF2B5EF4-FFF2-40B4-BE49-F238E27FC236}">
                <a16:creationId xmlns:a16="http://schemas.microsoft.com/office/drawing/2014/main" id="{3E50ACB9-3926-4C8F-ADD2-872B78C6258A}"/>
              </a:ext>
            </a:extLst>
          </p:cNvPr>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F3784E2E-53D3-4339-916F-6D06B8184A42}"/>
              </a:ext>
            </a:extLst>
          </p:cNvPr>
          <p:cNvCxnSpPr>
            <a:cxnSpLocks/>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8E91A18-23A8-4F2D-9ABA-CD75F23C2CDF}"/>
              </a:ext>
            </a:extLst>
          </p:cNvPr>
          <p:cNvCxnSpPr>
            <a:cxnSpLocks/>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1936958"/>
      </p:ext>
    </p:extLst>
  </p:cSld>
  <p:clrMapOvr>
    <a:masterClrMapping/>
  </p:clrMapOvr>
  <p:transition spd="slow" advClick="0" advTm="3000">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0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a:extLst>
              <a:ext uri="{FF2B5EF4-FFF2-40B4-BE49-F238E27FC236}">
                <a16:creationId xmlns:a16="http://schemas.microsoft.com/office/drawing/2014/main" id="{2B6B1E38-92E7-264B-8E89-41E6E84A3B2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2">
            <a:extLst>
              <a:ext uri="{FF2B5EF4-FFF2-40B4-BE49-F238E27FC236}">
                <a16:creationId xmlns:a16="http://schemas.microsoft.com/office/drawing/2014/main" id="{8FD8A64B-6AD0-3A41-814C-1B63096892A1}"/>
              </a:ext>
            </a:extLst>
          </p:cNvPr>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9" name="文本占位符 2">
            <a:extLst>
              <a:ext uri="{FF2B5EF4-FFF2-40B4-BE49-F238E27FC236}">
                <a16:creationId xmlns:a16="http://schemas.microsoft.com/office/drawing/2014/main" id="{54EE1A10-8007-A34C-90EC-12BF9C0AED67}"/>
              </a:ext>
            </a:extLst>
          </p:cNvPr>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
        <p:nvSpPr>
          <p:cNvPr id="10" name="文本占位符 2">
            <a:extLst>
              <a:ext uri="{FF2B5EF4-FFF2-40B4-BE49-F238E27FC236}">
                <a16:creationId xmlns:a16="http://schemas.microsoft.com/office/drawing/2014/main" id="{FCC17F7B-0108-144F-8488-1E2862B90648}"/>
              </a:ext>
            </a:extLst>
          </p:cNvPr>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11" name="文本占位符 2">
            <a:extLst>
              <a:ext uri="{FF2B5EF4-FFF2-40B4-BE49-F238E27FC236}">
                <a16:creationId xmlns:a16="http://schemas.microsoft.com/office/drawing/2014/main" id="{30BB9E0B-0189-FE49-A78C-FE753F2AA793}"/>
              </a:ext>
            </a:extLst>
          </p:cNvPr>
          <p:cNvSpPr>
            <a:spLocks noGrp="1"/>
          </p:cNvSpPr>
          <p:nvPr>
            <p:ph type="body" sz="quarter" idx="10" hasCustomPrompt="1"/>
          </p:nvPr>
        </p:nvSpPr>
        <p:spPr>
          <a:xfrm>
            <a:off x="440603" y="759873"/>
            <a:ext cx="1657138" cy="440267"/>
          </a:xfrm>
          <a:prstGeom prst="rect">
            <a:avLst/>
          </a:prstGeom>
        </p:spPr>
        <p:txBody>
          <a:bodyPr/>
          <a:lstStyle>
            <a:lvl1pPr marL="0" marR="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sz="1867" b="0" i="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pPr marL="0" marR="0" lvl="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en-US" altLang="zh-CN"/>
              <a:t>OfficePLUS</a:t>
            </a:r>
            <a:endParaRPr kumimoji="1" lang="zh-CN" altLang="en-US"/>
          </a:p>
        </p:txBody>
      </p:sp>
      <p:sp>
        <p:nvSpPr>
          <p:cNvPr id="6" name="文本占位符 2">
            <a:extLst>
              <a:ext uri="{FF2B5EF4-FFF2-40B4-BE49-F238E27FC236}">
                <a16:creationId xmlns:a16="http://schemas.microsoft.com/office/drawing/2014/main" id="{0794DEC1-0DDB-5444-9DA7-6EDC75F3C898}"/>
              </a:ext>
            </a:extLst>
          </p:cNvPr>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a:t>OfficePLUS</a:t>
            </a:r>
            <a:endParaRPr kumimoji="1" lang="zh-CN" altLang="en-US"/>
          </a:p>
        </p:txBody>
      </p:sp>
      <p:sp>
        <p:nvSpPr>
          <p:cNvPr id="8" name="文本占位符 2">
            <a:extLst>
              <a:ext uri="{FF2B5EF4-FFF2-40B4-BE49-F238E27FC236}">
                <a16:creationId xmlns:a16="http://schemas.microsoft.com/office/drawing/2014/main" id="{2E329B3E-8E5D-6C4F-8355-071113D7373A}"/>
              </a:ext>
            </a:extLst>
          </p:cNvPr>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stStyle>
          <a:p>
            <a:pPr lvl="0"/>
            <a:r>
              <a:rPr kumimoji="1" lang="en-US" altLang="zh-CN" dirty="0" err="1"/>
              <a:t>OfficePLUS</a:t>
            </a:r>
            <a:endParaRPr kumimoji="1" lang="zh-CN" altLang="en-US" dirty="0"/>
          </a:p>
        </p:txBody>
      </p:sp>
      <p:sp>
        <p:nvSpPr>
          <p:cNvPr id="14" name="文本占位符 2">
            <a:extLst>
              <a:ext uri="{FF2B5EF4-FFF2-40B4-BE49-F238E27FC236}">
                <a16:creationId xmlns:a16="http://schemas.microsoft.com/office/drawing/2014/main" id="{EE8BE598-6F23-D84B-ABD3-65A6F031CF37}"/>
              </a:ext>
            </a:extLst>
          </p:cNvPr>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25404499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0741C5-8F5C-4213-BB69-8C2D02590C1C}" type="datetimeFigureOut">
              <a:rPr lang="zh-CN" altLang="en-US" smtClean="0"/>
              <a:t>2025/9/2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93EA9-123D-489F-8313-43A8A4AC456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4" r:id="rId4"/>
    <p:sldLayoutId id="2147483649" r:id="rId5"/>
    <p:sldLayoutId id="2147483662" r:id="rId6"/>
    <p:sldLayoutId id="2147483663" r:id="rId7"/>
    <p:sldLayoutId id="2147483657" r:id="rId8"/>
    <p:sldLayoutId id="2147483650" r:id="rId9"/>
    <p:sldLayoutId id="2147483656" r:id="rId10"/>
    <p:sldLayoutId id="2147483661" r:id="rId11"/>
    <p:sldLayoutId id="2147483665" r:id="rId12"/>
    <p:sldLayoutId id="2147483696" r:id="rId13"/>
    <p:sldLayoutId id="2147483697" r:id="rId14"/>
    <p:sldLayoutId id="2147483698" r:id="rId15"/>
    <p:sldLayoutId id="2147483699" r:id="rId16"/>
    <p:sldLayoutId id="2147483700" r:id="rId17"/>
    <p:sldLayoutId id="2147483713" r:id="rId18"/>
    <p:sldLayoutId id="2147483714" r:id="rId19"/>
    <p:sldLayoutId id="2147483715" r:id="rId20"/>
    <p:sldLayoutId id="2147483716" r:id="rId21"/>
    <p:sldLayoutId id="2147483717" r:id="rId22"/>
    <p:sldLayoutId id="2147483730" r:id="rId23"/>
    <p:sldLayoutId id="2147483731" r:id="rId24"/>
    <p:sldLayoutId id="2147483732" r:id="rId25"/>
    <p:sldLayoutId id="2147483733" r:id="rId26"/>
    <p:sldLayoutId id="2147483734" r:id="rId27"/>
    <p:sldLayoutId id="2147483747" r:id="rId28"/>
    <p:sldLayoutId id="2147483748" r:id="rId29"/>
    <p:sldLayoutId id="2147483749" r:id="rId30"/>
    <p:sldLayoutId id="2147483750" r:id="rId31"/>
    <p:sldLayoutId id="2147483751" r:id="rId32"/>
    <p:sldLayoutId id="2147483764" r:id="rId33"/>
    <p:sldLayoutId id="2147483765" r:id="rId34"/>
    <p:sldLayoutId id="2147483766" r:id="rId35"/>
    <p:sldLayoutId id="2147483767" r:id="rId36"/>
    <p:sldLayoutId id="2147483768" r:id="rId37"/>
    <p:sldLayoutId id="2147483849" r:id="rId38"/>
    <p:sldLayoutId id="2147483850" r:id="rId39"/>
    <p:sldLayoutId id="2147483851" r:id="rId40"/>
    <p:sldLayoutId id="2147483852" r:id="rId41"/>
    <p:sldLayoutId id="2147483853" r:id="rId42"/>
    <p:sldLayoutId id="2147483866" r:id="rId43"/>
    <p:sldLayoutId id="2147483867" r:id="rId44"/>
    <p:sldLayoutId id="2147483868" r:id="rId45"/>
    <p:sldLayoutId id="2147483869" r:id="rId46"/>
    <p:sldLayoutId id="2147483870" r:id="rId47"/>
    <p:sldLayoutId id="2147483883" r:id="rId48"/>
    <p:sldLayoutId id="2147483884" r:id="rId49"/>
    <p:sldLayoutId id="2147483885" r:id="rId50"/>
    <p:sldLayoutId id="2147483886" r:id="rId51"/>
    <p:sldLayoutId id="2147483887" r:id="rId52"/>
    <p:sldLayoutId id="2147483900" r:id="rId53"/>
    <p:sldLayoutId id="2147483901" r:id="rId54"/>
    <p:sldLayoutId id="2147483902" r:id="rId55"/>
    <p:sldLayoutId id="2147483903" r:id="rId56"/>
    <p:sldLayoutId id="2147483904" r:id="rId57"/>
    <p:sldLayoutId id="2147483973" r:id="rId58"/>
    <p:sldLayoutId id="2147483974" r:id="rId59"/>
    <p:sldLayoutId id="2147483975" r:id="rId60"/>
    <p:sldLayoutId id="2147483976" r:id="rId61"/>
    <p:sldLayoutId id="2147483977" r:id="rId62"/>
  </p:sldLayoutIdLst>
  <p:transition spd="slow" advClick="0" advTm="3000">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438" userDrawn="1">
          <p15:clr>
            <a:srgbClr val="F26B43"/>
          </p15:clr>
        </p15:guide>
        <p15:guide id="2" pos="7242"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5" Type="http://schemas.openxmlformats.org/officeDocument/2006/relationships/tags" Target="../tags/tag66.xml"/><Relationship Id="rId10" Type="http://schemas.openxmlformats.org/officeDocument/2006/relationships/image" Target="../media/image4.png"/><Relationship Id="rId4" Type="http://schemas.openxmlformats.org/officeDocument/2006/relationships/tags" Target="../tags/tag65.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16.emf"/><Relationship Id="rId3" Type="http://schemas.openxmlformats.org/officeDocument/2006/relationships/image" Target="../media/image6.emf"/><Relationship Id="rId7" Type="http://schemas.openxmlformats.org/officeDocument/2006/relationships/image" Target="../media/image10.emf"/><Relationship Id="rId12" Type="http://schemas.openxmlformats.org/officeDocument/2006/relationships/image" Target="../media/image15.emf"/><Relationship Id="rId2" Type="http://schemas.openxmlformats.org/officeDocument/2006/relationships/image" Target="../media/image5.emf"/><Relationship Id="rId1" Type="http://schemas.openxmlformats.org/officeDocument/2006/relationships/slideLayout" Target="../slideLayouts/slideLayout8.xml"/><Relationship Id="rId6" Type="http://schemas.openxmlformats.org/officeDocument/2006/relationships/image" Target="../media/image9.emf"/><Relationship Id="rId11" Type="http://schemas.openxmlformats.org/officeDocument/2006/relationships/image" Target="../media/image14.emf"/><Relationship Id="rId5" Type="http://schemas.openxmlformats.org/officeDocument/2006/relationships/image" Target="../media/image8.emf"/><Relationship Id="rId10" Type="http://schemas.openxmlformats.org/officeDocument/2006/relationships/image" Target="../media/image13.emf"/><Relationship Id="rId4" Type="http://schemas.openxmlformats.org/officeDocument/2006/relationships/image" Target="../media/image7.emf"/><Relationship Id="rId9" Type="http://schemas.openxmlformats.org/officeDocument/2006/relationships/image" Target="../media/image12.emf"/><Relationship Id="rId14" Type="http://schemas.openxmlformats.org/officeDocument/2006/relationships/image" Target="../media/image17.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9.sv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9.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1.sv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21.sv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21.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PA_矩形 44"/>
          <p:cNvSpPr/>
          <p:nvPr>
            <p:custDataLst>
              <p:tags r:id="rId1"/>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_任意多边形 5"/>
          <p:cNvSpPr>
            <a:spLocks noEditPoints="1"/>
          </p:cNvSpPr>
          <p:nvPr>
            <p:custDataLst>
              <p:tags r:id="rId2"/>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35" name="PA_文本框 34"/>
          <p:cNvSpPr txBox="1"/>
          <p:nvPr>
            <p:custDataLst>
              <p:tags r:id="rId3"/>
            </p:custDataLst>
          </p:nvPr>
        </p:nvSpPr>
        <p:spPr>
          <a:xfrm>
            <a:off x="848989" y="2776345"/>
            <a:ext cx="10448375" cy="769441"/>
          </a:xfrm>
          <a:prstGeom prst="rect">
            <a:avLst/>
          </a:prstGeom>
          <a:noFill/>
        </p:spPr>
        <p:txBody>
          <a:bodyPr wrap="square" rtlCol="0">
            <a:noAutofit/>
          </a:bodyPr>
          <a:lstStyle/>
          <a:p>
            <a:pPr algn="ctr"/>
            <a:r>
              <a:rPr lang="zh-CN" altLang="zh-CN" sz="4400" b="1" dirty="0">
                <a:solidFill>
                  <a:schemeClr val="bg1"/>
                </a:solidFill>
                <a:latin typeface="+mn-ea"/>
              </a:rPr>
              <a:t>融合局部搜索与核心引导的混合精确</a:t>
            </a:r>
            <a:r>
              <a:rPr lang="en-US" altLang="zh-CN" sz="4400" b="1" dirty="0">
                <a:solidFill>
                  <a:schemeClr val="bg1"/>
                </a:solidFill>
                <a:latin typeface="+mn-ea"/>
              </a:rPr>
              <a:t> </a:t>
            </a:r>
            <a:r>
              <a:rPr lang="en-US" altLang="zh-CN" sz="4400" b="1" dirty="0" err="1">
                <a:solidFill>
                  <a:schemeClr val="bg1"/>
                </a:solidFill>
                <a:latin typeface="+mn-ea"/>
              </a:rPr>
              <a:t>MaxSAT</a:t>
            </a:r>
            <a:r>
              <a:rPr lang="en-US" altLang="zh-CN" sz="4400" b="1" dirty="0">
                <a:solidFill>
                  <a:schemeClr val="bg1"/>
                </a:solidFill>
                <a:latin typeface="+mn-ea"/>
              </a:rPr>
              <a:t> </a:t>
            </a:r>
            <a:r>
              <a:rPr lang="zh-CN" altLang="zh-CN" sz="4400" b="1" dirty="0">
                <a:solidFill>
                  <a:schemeClr val="bg1"/>
                </a:solidFill>
                <a:latin typeface="+mn-ea"/>
              </a:rPr>
              <a:t>求解算法研究</a:t>
            </a:r>
            <a:endParaRPr lang="zh-CN" altLang="en-US" sz="4400" b="1" dirty="0">
              <a:solidFill>
                <a:schemeClr val="bg1"/>
              </a:solidFill>
              <a:latin typeface="+mn-ea"/>
            </a:endParaRPr>
          </a:p>
        </p:txBody>
      </p:sp>
      <p:sp>
        <p:nvSpPr>
          <p:cNvPr id="12" name="PA_等腰三角形 11"/>
          <p:cNvSpPr/>
          <p:nvPr>
            <p:custDataLst>
              <p:tags r:id="rId4"/>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 name="PA_文本框 49"/>
          <p:cNvSpPr txBox="1"/>
          <p:nvPr>
            <p:custDataLst>
              <p:tags r:id="rId5"/>
            </p:custDataLst>
          </p:nvPr>
        </p:nvSpPr>
        <p:spPr>
          <a:xfrm>
            <a:off x="4217163" y="5573471"/>
            <a:ext cx="3472973" cy="430374"/>
          </a:xfrm>
          <a:prstGeom prst="rect">
            <a:avLst/>
          </a:prstGeom>
          <a:noFill/>
        </p:spPr>
        <p:txBody>
          <a:bodyPr wrap="square" rtlCol="0">
            <a:noAutofit/>
          </a:bodyPr>
          <a:lstStyle/>
          <a:p>
            <a:pPr algn="ctr">
              <a:lnSpc>
                <a:spcPct val="120000"/>
              </a:lnSpc>
            </a:pPr>
            <a:r>
              <a:rPr lang="zh-CN" altLang="en-US" sz="2000" dirty="0">
                <a:solidFill>
                  <a:schemeClr val="bg1">
                    <a:lumMod val="50000"/>
                  </a:schemeClr>
                </a:solidFill>
                <a:latin typeface="+mn-ea"/>
              </a:rPr>
              <a:t>答辩日期：</a:t>
            </a:r>
            <a:r>
              <a:rPr lang="en-US" altLang="zh-CN" sz="2000" dirty="0">
                <a:solidFill>
                  <a:schemeClr val="bg1">
                    <a:lumMod val="50000"/>
                  </a:schemeClr>
                </a:solidFill>
                <a:latin typeface="+mn-ea"/>
              </a:rPr>
              <a:t>2025</a:t>
            </a:r>
            <a:r>
              <a:rPr lang="zh-CN" altLang="en-US" sz="2000" dirty="0">
                <a:solidFill>
                  <a:schemeClr val="bg1">
                    <a:lumMod val="50000"/>
                  </a:schemeClr>
                </a:solidFill>
                <a:latin typeface="+mn-ea"/>
              </a:rPr>
              <a:t>年</a:t>
            </a:r>
            <a:r>
              <a:rPr lang="en-US" altLang="zh-CN" sz="2000" dirty="0">
                <a:solidFill>
                  <a:schemeClr val="bg1">
                    <a:lumMod val="50000"/>
                  </a:schemeClr>
                </a:solidFill>
                <a:latin typeface="+mn-ea"/>
              </a:rPr>
              <a:t>9</a:t>
            </a:r>
            <a:r>
              <a:rPr lang="zh-CN" altLang="en-US" sz="2000" dirty="0">
                <a:solidFill>
                  <a:schemeClr val="bg1">
                    <a:lumMod val="50000"/>
                  </a:schemeClr>
                </a:solidFill>
                <a:latin typeface="+mn-ea"/>
              </a:rPr>
              <a:t>月</a:t>
            </a:r>
            <a:r>
              <a:rPr lang="en-US" altLang="zh-CN" sz="2000" dirty="0">
                <a:solidFill>
                  <a:schemeClr val="bg1">
                    <a:lumMod val="50000"/>
                  </a:schemeClr>
                </a:solidFill>
                <a:latin typeface="+mn-ea"/>
              </a:rPr>
              <a:t>2</a:t>
            </a:r>
            <a:r>
              <a:rPr lang="zh-CN" altLang="en-US" sz="2000" dirty="0">
                <a:solidFill>
                  <a:schemeClr val="bg1">
                    <a:lumMod val="50000"/>
                  </a:schemeClr>
                </a:solidFill>
                <a:latin typeface="+mn-ea"/>
              </a:rPr>
              <a:t>日</a:t>
            </a:r>
          </a:p>
        </p:txBody>
      </p:sp>
      <p:pic>
        <p:nvPicPr>
          <p:cNvPr id="1036" name="Picture 12" descr="华中科技大学主站">
            <a:extLst>
              <a:ext uri="{FF2B5EF4-FFF2-40B4-BE49-F238E27FC236}">
                <a16:creationId xmlns:a16="http://schemas.microsoft.com/office/drawing/2014/main" id="{919F39D2-481D-4E24-A75A-CA5F4BDB29F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90667" y="1925102"/>
            <a:ext cx="3438525" cy="695325"/>
          </a:xfrm>
          <a:prstGeom prst="rect">
            <a:avLst/>
          </a:prstGeom>
          <a:noFill/>
          <a:extLst>
            <a:ext uri="{909E8E84-426E-40DD-AFC4-6F175D3DCCD1}">
              <a14:hiddenFill xmlns:a14="http://schemas.microsoft.com/office/drawing/2010/main">
                <a:solidFill>
                  <a:srgbClr val="FFFFFF"/>
                </a:solidFill>
              </a14:hiddenFill>
            </a:ext>
          </a:extLst>
        </p:spPr>
      </p:pic>
      <p:sp>
        <p:nvSpPr>
          <p:cNvPr id="33" name="PA_文本框 49">
            <a:extLst>
              <a:ext uri="{FF2B5EF4-FFF2-40B4-BE49-F238E27FC236}">
                <a16:creationId xmlns:a16="http://schemas.microsoft.com/office/drawing/2014/main" id="{52A67B7F-5A6D-45B2-8369-B7D7C873FBCF}"/>
              </a:ext>
            </a:extLst>
          </p:cNvPr>
          <p:cNvSpPr txBox="1"/>
          <p:nvPr>
            <p:custDataLst>
              <p:tags r:id="rId6"/>
            </p:custDataLst>
          </p:nvPr>
        </p:nvSpPr>
        <p:spPr>
          <a:xfrm>
            <a:off x="3338300" y="4132232"/>
            <a:ext cx="2304733" cy="430374"/>
          </a:xfrm>
          <a:prstGeom prst="rect">
            <a:avLst/>
          </a:prstGeom>
          <a:noFill/>
        </p:spPr>
        <p:txBody>
          <a:bodyPr wrap="none" rtlCol="0">
            <a:noAutofit/>
          </a:bodyPr>
          <a:lstStyle/>
          <a:p>
            <a:pPr algn="ctr">
              <a:lnSpc>
                <a:spcPct val="120000"/>
              </a:lnSpc>
            </a:pPr>
            <a:r>
              <a:rPr lang="zh-CN" altLang="en-US" sz="2000" dirty="0">
                <a:solidFill>
                  <a:schemeClr val="bg1"/>
                </a:solidFill>
                <a:latin typeface="+mn-ea"/>
              </a:rPr>
              <a:t>答辩人：匡智颉</a:t>
            </a:r>
          </a:p>
        </p:txBody>
      </p:sp>
      <p:sp>
        <p:nvSpPr>
          <p:cNvPr id="34" name="PA_文本框 49">
            <a:extLst>
              <a:ext uri="{FF2B5EF4-FFF2-40B4-BE49-F238E27FC236}">
                <a16:creationId xmlns:a16="http://schemas.microsoft.com/office/drawing/2014/main" id="{EF3A4E1A-CFB8-4DDB-AAC2-D061FC005149}"/>
              </a:ext>
            </a:extLst>
          </p:cNvPr>
          <p:cNvSpPr txBox="1"/>
          <p:nvPr>
            <p:custDataLst>
              <p:tags r:id="rId7"/>
            </p:custDataLst>
          </p:nvPr>
        </p:nvSpPr>
        <p:spPr>
          <a:xfrm>
            <a:off x="6219135" y="4131707"/>
            <a:ext cx="2380075" cy="430374"/>
          </a:xfrm>
          <a:prstGeom prst="rect">
            <a:avLst/>
          </a:prstGeom>
          <a:noFill/>
        </p:spPr>
        <p:txBody>
          <a:bodyPr wrap="none" rtlCol="0">
            <a:noAutofit/>
          </a:bodyPr>
          <a:lstStyle/>
          <a:p>
            <a:pPr algn="ctr">
              <a:lnSpc>
                <a:spcPct val="120000"/>
              </a:lnSpc>
            </a:pPr>
            <a:r>
              <a:rPr lang="zh-CN" altLang="en-US" sz="2000" dirty="0">
                <a:solidFill>
                  <a:prstClr val="white"/>
                </a:solidFill>
                <a:latin typeface="微软雅黑"/>
              </a:rPr>
              <a:t>导师：何琨</a:t>
            </a:r>
            <a:r>
              <a:rPr lang="en-US" altLang="zh-CN" sz="2000" dirty="0">
                <a:solidFill>
                  <a:prstClr val="white"/>
                </a:solidFill>
                <a:latin typeface="微软雅黑"/>
              </a:rPr>
              <a:t> </a:t>
            </a:r>
            <a:endParaRPr lang="zh-CN" altLang="en-US" sz="2000" dirty="0">
              <a:solidFill>
                <a:schemeClr val="bg1"/>
              </a:solidFill>
              <a:latin typeface="+mn-ea"/>
            </a:endParaRPr>
          </a:p>
        </p:txBody>
      </p:sp>
    </p:spTree>
    <p:extLst>
      <p:ext uri="{BB962C8B-B14F-4D97-AF65-F5344CB8AC3E}">
        <p14:creationId xmlns:p14="http://schemas.microsoft.com/office/powerpoint/2010/main" val="9708819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44910" y="0"/>
            <a:ext cx="4191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9600" dirty="0">
              <a:solidFill>
                <a:schemeClr val="bg1"/>
              </a:solidFill>
              <a:latin typeface="微软雅黑" panose="020B0503020204020204" pitchFamily="34" charset="-122"/>
              <a:ea typeface="微软雅黑" panose="020B0503020204020204" pitchFamily="34" charset="-122"/>
              <a:cs typeface="Arial" pitchFamily="34" charset="0"/>
            </a:endParaRPr>
          </a:p>
        </p:txBody>
      </p:sp>
      <p:sp>
        <p:nvSpPr>
          <p:cNvPr id="6" name="矩形 5"/>
          <p:cNvSpPr/>
          <p:nvPr/>
        </p:nvSpPr>
        <p:spPr>
          <a:xfrm>
            <a:off x="682590" y="2182609"/>
            <a:ext cx="2736000" cy="197556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566829" y="2605275"/>
            <a:ext cx="2967522" cy="1015663"/>
          </a:xfrm>
          <a:prstGeom prst="rect">
            <a:avLst/>
          </a:prstGeom>
          <a:noFill/>
          <a:ln>
            <a:noFill/>
          </a:ln>
        </p:spPr>
        <p:txBody>
          <a:bodyPr wrap="square" rtlCol="0">
            <a:noAutofit/>
          </a:bodyPr>
          <a:lstStyle/>
          <a:p>
            <a:pPr algn="ctr"/>
            <a:r>
              <a:rPr lang="zh-CN" altLang="en-US" sz="6000" b="1" dirty="0">
                <a:solidFill>
                  <a:schemeClr val="bg1"/>
                </a:solidFill>
                <a:latin typeface="+mn-ea"/>
                <a:cs typeface="Arial" pitchFamily="34" charset="0"/>
              </a:rPr>
              <a:t>目录</a:t>
            </a:r>
          </a:p>
        </p:txBody>
      </p:sp>
      <p:sp>
        <p:nvSpPr>
          <p:cNvPr id="3" name="Freeform 5"/>
          <p:cNvSpPr>
            <a:spLocks noChangeAspect="1" noEditPoints="1"/>
          </p:cNvSpPr>
          <p:nvPr/>
        </p:nvSpPr>
        <p:spPr bwMode="auto">
          <a:xfrm>
            <a:off x="1343972" y="1403827"/>
            <a:ext cx="1451056" cy="129600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noAutofit/>
          </a:bodyPr>
          <a:lstStyle/>
          <a:p>
            <a:endParaRPr lang="zh-CN" altLang="en-US"/>
          </a:p>
        </p:txBody>
      </p:sp>
      <p:sp>
        <p:nvSpPr>
          <p:cNvPr id="17" name="矩形 16">
            <a:extLst>
              <a:ext uri="{FF2B5EF4-FFF2-40B4-BE49-F238E27FC236}">
                <a16:creationId xmlns:a16="http://schemas.microsoft.com/office/drawing/2014/main" id="{3C422BC3-DDF5-4AA1-A736-05F1AE590EED}"/>
              </a:ext>
            </a:extLst>
          </p:cNvPr>
          <p:cNvSpPr/>
          <p:nvPr/>
        </p:nvSpPr>
        <p:spPr>
          <a:xfrm>
            <a:off x="1241036" y="3525075"/>
            <a:ext cx="1598515" cy="400110"/>
          </a:xfrm>
          <a:prstGeom prst="rect">
            <a:avLst/>
          </a:prstGeom>
        </p:spPr>
        <p:txBody>
          <a:bodyPr wrap="none">
            <a:noAutofit/>
          </a:bodyPr>
          <a:lstStyle/>
          <a:p>
            <a:r>
              <a:rPr lang="en-US" altLang="zh-CN" sz="2000" dirty="0">
                <a:solidFill>
                  <a:schemeClr val="bg1"/>
                </a:solidFill>
              </a:rPr>
              <a:t>CONTENTS</a:t>
            </a:r>
          </a:p>
        </p:txBody>
      </p:sp>
      <p:sp>
        <p:nvSpPr>
          <p:cNvPr id="37" name="矩形 36">
            <a:extLst>
              <a:ext uri="{FF2B5EF4-FFF2-40B4-BE49-F238E27FC236}">
                <a16:creationId xmlns:a16="http://schemas.microsoft.com/office/drawing/2014/main" id="{B485A950-40AE-4AC5-8B99-837265B0F9DA}"/>
              </a:ext>
            </a:extLst>
          </p:cNvPr>
          <p:cNvSpPr/>
          <p:nvPr/>
        </p:nvSpPr>
        <p:spPr>
          <a:xfrm>
            <a:off x="7167527" y="1130943"/>
            <a:ext cx="902811" cy="523220"/>
          </a:xfrm>
          <a:prstGeom prst="rect">
            <a:avLst/>
          </a:prstGeom>
        </p:spPr>
        <p:txBody>
          <a:bodyPr wrap="none">
            <a:noAutofit/>
          </a:bodyPr>
          <a:lstStyle/>
          <a:p>
            <a:r>
              <a:rPr lang="zh-CN" altLang="en-US" sz="2800" b="1" dirty="0">
                <a:solidFill>
                  <a:schemeClr val="accent1"/>
                </a:solidFill>
                <a:latin typeface="+mn-ea"/>
              </a:rPr>
              <a:t>研究课题</a:t>
            </a:r>
          </a:p>
        </p:txBody>
      </p:sp>
      <p:sp>
        <p:nvSpPr>
          <p:cNvPr id="38" name="矩形 37">
            <a:extLst>
              <a:ext uri="{FF2B5EF4-FFF2-40B4-BE49-F238E27FC236}">
                <a16:creationId xmlns:a16="http://schemas.microsoft.com/office/drawing/2014/main" id="{EB4391E6-9DFD-4A4E-8F26-3AB25568ACFD}"/>
              </a:ext>
            </a:extLst>
          </p:cNvPr>
          <p:cNvSpPr/>
          <p:nvPr/>
        </p:nvSpPr>
        <p:spPr>
          <a:xfrm>
            <a:off x="7167527" y="2199411"/>
            <a:ext cx="1980029" cy="523220"/>
          </a:xfrm>
          <a:prstGeom prst="rect">
            <a:avLst/>
          </a:prstGeom>
        </p:spPr>
        <p:txBody>
          <a:bodyPr wrap="none">
            <a:noAutofit/>
          </a:bodyPr>
          <a:lstStyle/>
          <a:p>
            <a:r>
              <a:rPr lang="zh-CN" altLang="en-US" sz="2800" b="1" dirty="0">
                <a:solidFill>
                  <a:schemeClr val="accent1"/>
                </a:solidFill>
                <a:latin typeface="+mn-ea"/>
              </a:rPr>
              <a:t>研究背景</a:t>
            </a:r>
          </a:p>
        </p:txBody>
      </p:sp>
      <p:sp>
        <p:nvSpPr>
          <p:cNvPr id="39" name="矩形 38">
            <a:extLst>
              <a:ext uri="{FF2B5EF4-FFF2-40B4-BE49-F238E27FC236}">
                <a16:creationId xmlns:a16="http://schemas.microsoft.com/office/drawing/2014/main" id="{7A81BA2E-3ED1-4BD1-93FB-F4ECF5DB55CC}"/>
              </a:ext>
            </a:extLst>
          </p:cNvPr>
          <p:cNvSpPr/>
          <p:nvPr/>
        </p:nvSpPr>
        <p:spPr>
          <a:xfrm>
            <a:off x="7167527" y="3329887"/>
            <a:ext cx="2339102" cy="523220"/>
          </a:xfrm>
          <a:prstGeom prst="rect">
            <a:avLst/>
          </a:prstGeom>
        </p:spPr>
        <p:txBody>
          <a:bodyPr wrap="none">
            <a:noAutofit/>
          </a:bodyPr>
          <a:lstStyle/>
          <a:p>
            <a:r>
              <a:rPr lang="zh-CN" altLang="en-US" sz="2800" b="1" dirty="0">
                <a:solidFill>
                  <a:schemeClr val="accent1"/>
                </a:solidFill>
                <a:latin typeface="+mn-ea"/>
              </a:rPr>
              <a:t>研究内容</a:t>
            </a:r>
          </a:p>
        </p:txBody>
      </p:sp>
      <p:sp>
        <p:nvSpPr>
          <p:cNvPr id="40" name="矩形 39">
            <a:extLst>
              <a:ext uri="{FF2B5EF4-FFF2-40B4-BE49-F238E27FC236}">
                <a16:creationId xmlns:a16="http://schemas.microsoft.com/office/drawing/2014/main" id="{5B644E3B-02C3-49C9-9FE7-E517624105CC}"/>
              </a:ext>
            </a:extLst>
          </p:cNvPr>
          <p:cNvSpPr/>
          <p:nvPr/>
        </p:nvSpPr>
        <p:spPr>
          <a:xfrm>
            <a:off x="7167527" y="4391350"/>
            <a:ext cx="1620957" cy="523220"/>
          </a:xfrm>
          <a:prstGeom prst="rect">
            <a:avLst/>
          </a:prstGeom>
        </p:spPr>
        <p:txBody>
          <a:bodyPr wrap="none">
            <a:noAutofit/>
          </a:bodyPr>
          <a:lstStyle/>
          <a:p>
            <a:r>
              <a:rPr lang="zh-CN" altLang="en-US" sz="2800" b="1" dirty="0">
                <a:solidFill>
                  <a:schemeClr val="accent1"/>
                </a:solidFill>
                <a:latin typeface="+mn-ea"/>
              </a:rPr>
              <a:t>研究方案</a:t>
            </a:r>
          </a:p>
        </p:txBody>
      </p:sp>
      <p:sp>
        <p:nvSpPr>
          <p:cNvPr id="42" name="矩形 41">
            <a:extLst>
              <a:ext uri="{FF2B5EF4-FFF2-40B4-BE49-F238E27FC236}">
                <a16:creationId xmlns:a16="http://schemas.microsoft.com/office/drawing/2014/main" id="{39B55671-237F-46CF-9847-F04AB65D5B3E}"/>
              </a:ext>
            </a:extLst>
          </p:cNvPr>
          <p:cNvSpPr/>
          <p:nvPr/>
        </p:nvSpPr>
        <p:spPr>
          <a:xfrm>
            <a:off x="7167527" y="5460817"/>
            <a:ext cx="902811" cy="523220"/>
          </a:xfrm>
          <a:prstGeom prst="rect">
            <a:avLst/>
          </a:prstGeom>
        </p:spPr>
        <p:txBody>
          <a:bodyPr wrap="none">
            <a:noAutofit/>
          </a:bodyPr>
          <a:lstStyle/>
          <a:p>
            <a:r>
              <a:rPr lang="zh-CN" altLang="en-US" sz="2800" b="1" dirty="0">
                <a:solidFill>
                  <a:schemeClr val="accent1"/>
                </a:solidFill>
                <a:latin typeface="+mn-ea"/>
              </a:rPr>
              <a:t>总体计划</a:t>
            </a:r>
          </a:p>
        </p:txBody>
      </p:sp>
      <p:sp>
        <p:nvSpPr>
          <p:cNvPr id="34" name="矩形 33">
            <a:extLst>
              <a:ext uri="{FF2B5EF4-FFF2-40B4-BE49-F238E27FC236}">
                <a16:creationId xmlns:a16="http://schemas.microsoft.com/office/drawing/2014/main" id="{D75836A6-3D5B-4A4B-BE15-8E8A0062F6B4}"/>
              </a:ext>
            </a:extLst>
          </p:cNvPr>
          <p:cNvSpPr/>
          <p:nvPr/>
        </p:nvSpPr>
        <p:spPr>
          <a:xfrm>
            <a:off x="6108255" y="1480429"/>
            <a:ext cx="817428" cy="252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8" name="文本框 17">
            <a:extLst>
              <a:ext uri="{FF2B5EF4-FFF2-40B4-BE49-F238E27FC236}">
                <a16:creationId xmlns:a16="http://schemas.microsoft.com/office/drawing/2014/main" id="{B85D8410-D457-482D-B5EE-B1A6780BACA9}"/>
              </a:ext>
            </a:extLst>
          </p:cNvPr>
          <p:cNvSpPr txBox="1"/>
          <p:nvPr/>
        </p:nvSpPr>
        <p:spPr>
          <a:xfrm>
            <a:off x="6110447" y="1060428"/>
            <a:ext cx="813043" cy="769441"/>
          </a:xfrm>
          <a:prstGeom prst="rect">
            <a:avLst/>
          </a:prstGeom>
          <a:noFill/>
        </p:spPr>
        <p:txBody>
          <a:bodyPr wrap="none" rtlCol="0">
            <a:noAutofit/>
          </a:bodyPr>
          <a:lstStyle/>
          <a:p>
            <a:r>
              <a:rPr lang="en-US" altLang="zh-CN" sz="4400" b="1" dirty="0">
                <a:solidFill>
                  <a:schemeClr val="accent1"/>
                </a:solidFill>
              </a:rPr>
              <a:t>01</a:t>
            </a:r>
            <a:endParaRPr lang="zh-CN" altLang="en-US" sz="4400" b="1" dirty="0">
              <a:solidFill>
                <a:schemeClr val="accent1"/>
              </a:solidFill>
            </a:endParaRPr>
          </a:p>
        </p:txBody>
      </p:sp>
      <p:sp>
        <p:nvSpPr>
          <p:cNvPr id="57" name="矩形 56">
            <a:extLst>
              <a:ext uri="{FF2B5EF4-FFF2-40B4-BE49-F238E27FC236}">
                <a16:creationId xmlns:a16="http://schemas.microsoft.com/office/drawing/2014/main" id="{E505E01C-40EF-425D-8199-0AC91F48DEB5}"/>
              </a:ext>
            </a:extLst>
          </p:cNvPr>
          <p:cNvSpPr/>
          <p:nvPr/>
        </p:nvSpPr>
        <p:spPr>
          <a:xfrm>
            <a:off x="6108255" y="2566416"/>
            <a:ext cx="817428" cy="252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58" name="文本框 57">
            <a:extLst>
              <a:ext uri="{FF2B5EF4-FFF2-40B4-BE49-F238E27FC236}">
                <a16:creationId xmlns:a16="http://schemas.microsoft.com/office/drawing/2014/main" id="{DE875790-336A-4CE0-96B5-F07B8FD275DB}"/>
              </a:ext>
            </a:extLst>
          </p:cNvPr>
          <p:cNvSpPr txBox="1"/>
          <p:nvPr/>
        </p:nvSpPr>
        <p:spPr>
          <a:xfrm>
            <a:off x="6110447" y="2146415"/>
            <a:ext cx="813043" cy="769441"/>
          </a:xfrm>
          <a:prstGeom prst="rect">
            <a:avLst/>
          </a:prstGeom>
          <a:noFill/>
        </p:spPr>
        <p:txBody>
          <a:bodyPr wrap="none" rtlCol="0">
            <a:noAutofit/>
          </a:bodyPr>
          <a:lstStyle/>
          <a:p>
            <a:r>
              <a:rPr lang="en-US" altLang="zh-CN" sz="4400" b="1" dirty="0">
                <a:solidFill>
                  <a:schemeClr val="accent1"/>
                </a:solidFill>
              </a:rPr>
              <a:t>02</a:t>
            </a:r>
            <a:endParaRPr lang="zh-CN" altLang="en-US" sz="4400" b="1" dirty="0">
              <a:solidFill>
                <a:schemeClr val="accent1"/>
              </a:solidFill>
            </a:endParaRPr>
          </a:p>
        </p:txBody>
      </p:sp>
      <p:sp>
        <p:nvSpPr>
          <p:cNvPr id="59" name="矩形 58">
            <a:extLst>
              <a:ext uri="{FF2B5EF4-FFF2-40B4-BE49-F238E27FC236}">
                <a16:creationId xmlns:a16="http://schemas.microsoft.com/office/drawing/2014/main" id="{824A1168-5877-494C-A3CF-6AEF82BFBB15}"/>
              </a:ext>
            </a:extLst>
          </p:cNvPr>
          <p:cNvSpPr/>
          <p:nvPr/>
        </p:nvSpPr>
        <p:spPr>
          <a:xfrm>
            <a:off x="6108255" y="3652403"/>
            <a:ext cx="817428" cy="252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60" name="文本框 59">
            <a:extLst>
              <a:ext uri="{FF2B5EF4-FFF2-40B4-BE49-F238E27FC236}">
                <a16:creationId xmlns:a16="http://schemas.microsoft.com/office/drawing/2014/main" id="{6382EB30-F7D4-4B7F-A747-400C67A6A9FA}"/>
              </a:ext>
            </a:extLst>
          </p:cNvPr>
          <p:cNvSpPr txBox="1"/>
          <p:nvPr/>
        </p:nvSpPr>
        <p:spPr>
          <a:xfrm>
            <a:off x="6110447" y="3232402"/>
            <a:ext cx="813043" cy="769441"/>
          </a:xfrm>
          <a:prstGeom prst="rect">
            <a:avLst/>
          </a:prstGeom>
          <a:noFill/>
        </p:spPr>
        <p:txBody>
          <a:bodyPr wrap="none" rtlCol="0">
            <a:noAutofit/>
          </a:bodyPr>
          <a:lstStyle/>
          <a:p>
            <a:r>
              <a:rPr lang="en-US" altLang="zh-CN" sz="4400" b="1" dirty="0">
                <a:solidFill>
                  <a:schemeClr val="accent1"/>
                </a:solidFill>
              </a:rPr>
              <a:t>03</a:t>
            </a:r>
            <a:endParaRPr lang="zh-CN" altLang="en-US" sz="4400" b="1" dirty="0">
              <a:solidFill>
                <a:schemeClr val="accent1"/>
              </a:solidFill>
            </a:endParaRPr>
          </a:p>
        </p:txBody>
      </p:sp>
      <p:sp>
        <p:nvSpPr>
          <p:cNvPr id="61" name="矩形 60">
            <a:extLst>
              <a:ext uri="{FF2B5EF4-FFF2-40B4-BE49-F238E27FC236}">
                <a16:creationId xmlns:a16="http://schemas.microsoft.com/office/drawing/2014/main" id="{64DB1B88-B278-42DA-A137-39460F34E51E}"/>
              </a:ext>
            </a:extLst>
          </p:cNvPr>
          <p:cNvSpPr/>
          <p:nvPr/>
        </p:nvSpPr>
        <p:spPr>
          <a:xfrm>
            <a:off x="6108255" y="4738390"/>
            <a:ext cx="817428" cy="252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62" name="文本框 61">
            <a:extLst>
              <a:ext uri="{FF2B5EF4-FFF2-40B4-BE49-F238E27FC236}">
                <a16:creationId xmlns:a16="http://schemas.microsoft.com/office/drawing/2014/main" id="{C3FF25F2-EB60-42E8-BC62-BD8244F516FE}"/>
              </a:ext>
            </a:extLst>
          </p:cNvPr>
          <p:cNvSpPr txBox="1"/>
          <p:nvPr/>
        </p:nvSpPr>
        <p:spPr>
          <a:xfrm>
            <a:off x="6110447" y="4318389"/>
            <a:ext cx="813043" cy="769441"/>
          </a:xfrm>
          <a:prstGeom prst="rect">
            <a:avLst/>
          </a:prstGeom>
          <a:noFill/>
        </p:spPr>
        <p:txBody>
          <a:bodyPr wrap="none" rtlCol="0">
            <a:noAutofit/>
          </a:bodyPr>
          <a:lstStyle/>
          <a:p>
            <a:r>
              <a:rPr lang="en-US" altLang="zh-CN" sz="4400" b="1" dirty="0">
                <a:solidFill>
                  <a:schemeClr val="accent1"/>
                </a:solidFill>
              </a:rPr>
              <a:t>04</a:t>
            </a:r>
            <a:endParaRPr lang="zh-CN" altLang="en-US" sz="4400" b="1" dirty="0">
              <a:solidFill>
                <a:schemeClr val="accent1"/>
              </a:solidFill>
            </a:endParaRPr>
          </a:p>
        </p:txBody>
      </p:sp>
      <p:sp>
        <p:nvSpPr>
          <p:cNvPr id="63" name="矩形 62">
            <a:extLst>
              <a:ext uri="{FF2B5EF4-FFF2-40B4-BE49-F238E27FC236}">
                <a16:creationId xmlns:a16="http://schemas.microsoft.com/office/drawing/2014/main" id="{D1E140FC-AC6C-4AA4-9826-F73AFACD4960}"/>
              </a:ext>
            </a:extLst>
          </p:cNvPr>
          <p:cNvSpPr/>
          <p:nvPr/>
        </p:nvSpPr>
        <p:spPr>
          <a:xfrm>
            <a:off x="6108255" y="5824379"/>
            <a:ext cx="817428" cy="252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64" name="文本框 63">
            <a:extLst>
              <a:ext uri="{FF2B5EF4-FFF2-40B4-BE49-F238E27FC236}">
                <a16:creationId xmlns:a16="http://schemas.microsoft.com/office/drawing/2014/main" id="{5C7749E4-02B0-4DFB-A342-7DED63214D46}"/>
              </a:ext>
            </a:extLst>
          </p:cNvPr>
          <p:cNvSpPr txBox="1"/>
          <p:nvPr/>
        </p:nvSpPr>
        <p:spPr>
          <a:xfrm>
            <a:off x="6110447" y="5404378"/>
            <a:ext cx="813043" cy="769441"/>
          </a:xfrm>
          <a:prstGeom prst="rect">
            <a:avLst/>
          </a:prstGeom>
          <a:noFill/>
        </p:spPr>
        <p:txBody>
          <a:bodyPr wrap="none" rtlCol="0">
            <a:noAutofit/>
          </a:bodyPr>
          <a:lstStyle/>
          <a:p>
            <a:r>
              <a:rPr lang="en-US" altLang="zh-CN" sz="4400" b="1" dirty="0">
                <a:solidFill>
                  <a:schemeClr val="accent1"/>
                </a:solidFill>
              </a:rPr>
              <a:t>05</a:t>
            </a:r>
            <a:endParaRPr lang="zh-CN" altLang="en-US" sz="4400" b="1" dirty="0">
              <a:solidFill>
                <a:schemeClr val="accent1"/>
              </a:solidFill>
            </a:endParaRPr>
          </a:p>
        </p:txBody>
      </p:sp>
    </p:spTree>
    <p:extLst>
      <p:ext uri="{BB962C8B-B14F-4D97-AF65-F5344CB8AC3E}">
        <p14:creationId xmlns:p14="http://schemas.microsoft.com/office/powerpoint/2010/main" val="3010667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5B4A5D80-3A93-4BFE-A68C-6EE605F6B18A}"/>
              </a:ext>
            </a:extLst>
          </p:cNvPr>
          <p:cNvSpPr>
            <a:spLocks noGrp="1"/>
          </p:cNvSpPr>
          <p:nvPr>
            <p:ph type="body" sz="quarter" idx="10"/>
          </p:nvPr>
        </p:nvSpPr>
        <p:spPr/>
        <p:txBody>
          <a:bodyPr>
            <a:noAutofit/>
          </a:bodyPr>
          <a:lstStyle/>
          <a:p>
            <a:r>
              <a:rPr lang="en-US" altLang="zh-CN" dirty="0"/>
              <a:t>01 </a:t>
            </a:r>
            <a:r>
              <a:rPr lang="zh-CN" altLang="en-US" dirty="0"/>
              <a:t>研究课题</a:t>
            </a:r>
          </a:p>
        </p:txBody>
      </p:sp>
    </p:spTree>
    <p:extLst>
      <p:ext uri="{BB962C8B-B14F-4D97-AF65-F5344CB8AC3E}">
        <p14:creationId xmlns:p14="http://schemas.microsoft.com/office/powerpoint/2010/main" val="1023151395"/>
      </p:ext>
    </p:extLst>
  </p:cSld>
  <p:clrMapOvr>
    <a:masterClrMapping/>
  </p:clrMapOvr>
  <p:transition spd="slow" advClick="0" advTm="30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18328988-6243-4C32-B35C-322529202238}"/>
              </a:ext>
            </a:extLst>
          </p:cNvPr>
          <p:cNvSpPr/>
          <p:nvPr/>
        </p:nvSpPr>
        <p:spPr>
          <a:xfrm>
            <a:off x="695325" y="2055359"/>
            <a:ext cx="10851700" cy="4049395"/>
          </a:xfrm>
          <a:prstGeom prst="rect">
            <a:avLst/>
          </a:prstGeom>
        </p:spPr>
        <p:txBody>
          <a:bodyPr wrap="square">
            <a:noAutofit/>
          </a:bodyPr>
          <a:lstStyle/>
          <a:p>
            <a:pPr>
              <a:lnSpc>
                <a:spcPct val="150000"/>
              </a:lnSpc>
            </a:pPr>
            <a:r>
              <a:rPr lang="zh-CN" altLang="en-US" b="1" dirty="0"/>
              <a:t>文字</a:t>
            </a:r>
            <a:r>
              <a:rPr lang="zh-CN" altLang="en-US" dirty="0"/>
              <a:t>：我们一般给定一组有 </a:t>
            </a:r>
            <a:r>
              <a:rPr lang="en-US" altLang="zh-CN" dirty="0"/>
              <a:t>n </a:t>
            </a:r>
            <a:r>
              <a:rPr lang="zh-CN" altLang="en-US" dirty="0"/>
              <a:t>个变量（</a:t>
            </a:r>
            <a:r>
              <a:rPr lang="en-US" altLang="zh-CN" b="1" dirty="0"/>
              <a:t>variable</a:t>
            </a:r>
            <a:r>
              <a:rPr lang="zh-CN" altLang="en-US" dirty="0"/>
              <a:t>）的集合</a:t>
            </a:r>
            <a:r>
              <a:rPr lang="zh-CN" altLang="en-US" b="1" dirty="0"/>
              <a:t> </a:t>
            </a:r>
            <a:r>
              <a:rPr lang="en-US" altLang="zh-CN" b="1" dirty="0"/>
              <a:t>= {x1, x2, ⋯ , }</a:t>
            </a:r>
            <a:r>
              <a:rPr lang="zh-CN" altLang="en-US" dirty="0"/>
              <a:t>，每一个变量相关联的</a:t>
            </a:r>
            <a:r>
              <a:rPr lang="en-US" altLang="zh-CN"/>
              <a:t>2</a:t>
            </a:r>
            <a:r>
              <a:rPr lang="zh-CN" altLang="en-US"/>
              <a:t>个</a:t>
            </a:r>
            <a:r>
              <a:rPr lang="zh-CN" altLang="en-US" dirty="0"/>
              <a:t>文字组成的集合</a:t>
            </a:r>
            <a:r>
              <a:rPr lang="zh-CN" altLang="en-US" b="1" dirty="0"/>
              <a:t> </a:t>
            </a:r>
            <a:r>
              <a:rPr lang="en-US" altLang="zh-CN" b="1" dirty="0"/>
              <a:t>= {x1, ¬x1, x2, ¬x2, ⋯ , x , ¬x }</a:t>
            </a:r>
            <a:r>
              <a:rPr lang="zh-CN" altLang="en-US" dirty="0"/>
              <a:t>（其中，对于变量</a:t>
            </a:r>
            <a:r>
              <a:rPr lang="en-US" altLang="zh-CN" b="1" dirty="0"/>
              <a:t>x</a:t>
            </a:r>
            <a:r>
              <a:rPr lang="zh-CN" altLang="en-US" dirty="0"/>
              <a:t>而言文字是正文字，文字</a:t>
            </a:r>
            <a:r>
              <a:rPr lang="en-US" altLang="zh-CN" dirty="0"/>
              <a:t>¬</a:t>
            </a:r>
            <a:r>
              <a:rPr lang="en-US" altLang="zh-CN" b="1" dirty="0"/>
              <a:t> x</a:t>
            </a:r>
            <a:r>
              <a:rPr lang="zh-CN" altLang="en-US" dirty="0"/>
              <a:t>是负文字）。</a:t>
            </a:r>
            <a:endParaRPr lang="en-US" altLang="zh-CN" dirty="0"/>
          </a:p>
          <a:p>
            <a:endParaRPr lang="en-US" altLang="zh-CN" b="1" dirty="0"/>
          </a:p>
          <a:p>
            <a:endParaRPr lang="en-US" altLang="zh-CN" b="1" dirty="0"/>
          </a:p>
          <a:p>
            <a:br>
              <a:rPr lang="zh-CN" altLang="en-US" dirty="0"/>
            </a:br>
            <a:endParaRPr lang="zh-CN" altLang="en-US" dirty="0"/>
          </a:p>
        </p:txBody>
      </p:sp>
      <p:sp>
        <p:nvSpPr>
          <p:cNvPr id="20" name="文本框 19">
            <a:extLst>
              <a:ext uri="{FF2B5EF4-FFF2-40B4-BE49-F238E27FC236}">
                <a16:creationId xmlns:a16="http://schemas.microsoft.com/office/drawing/2014/main" id="{BFC61ACE-1A73-4829-8C77-FE83B7FB4327}"/>
              </a:ext>
            </a:extLst>
          </p:cNvPr>
          <p:cNvSpPr txBox="1"/>
          <p:nvPr/>
        </p:nvSpPr>
        <p:spPr>
          <a:xfrm>
            <a:off x="1214350" y="1365094"/>
            <a:ext cx="2390398" cy="461665"/>
          </a:xfrm>
          <a:prstGeom prst="rect">
            <a:avLst/>
          </a:prstGeom>
          <a:noFill/>
        </p:spPr>
        <p:txBody>
          <a:bodyPr wrap="none" rtlCol="0">
            <a:noAutofit/>
          </a:bodyPr>
          <a:lstStyle/>
          <a:p>
            <a:r>
              <a:rPr lang="en-US" altLang="zh-CN" sz="2400" b="1" dirty="0" err="1">
                <a:solidFill>
                  <a:schemeClr val="accent1"/>
                </a:solidFill>
              </a:rPr>
              <a:t>MaxSAT</a:t>
            </a:r>
            <a:r>
              <a:rPr lang="zh-CN" altLang="en-US" sz="2400" b="1" dirty="0">
                <a:solidFill>
                  <a:schemeClr val="accent1"/>
                </a:solidFill>
              </a:rPr>
              <a:t>问题介绍</a:t>
            </a:r>
          </a:p>
        </p:txBody>
      </p:sp>
      <p:sp>
        <p:nvSpPr>
          <p:cNvPr id="22" name="矩形 21">
            <a:extLst>
              <a:ext uri="{FF2B5EF4-FFF2-40B4-BE49-F238E27FC236}">
                <a16:creationId xmlns:a16="http://schemas.microsoft.com/office/drawing/2014/main" id="{036751D0-E6BE-4024-82F4-AFBCF5A91B22}"/>
              </a:ext>
            </a:extLst>
          </p:cNvPr>
          <p:cNvSpPr/>
          <p:nvPr/>
        </p:nvSpPr>
        <p:spPr>
          <a:xfrm>
            <a:off x="695325"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3" name="矩形 22">
            <a:extLst>
              <a:ext uri="{FF2B5EF4-FFF2-40B4-BE49-F238E27FC236}">
                <a16:creationId xmlns:a16="http://schemas.microsoft.com/office/drawing/2014/main" id="{7B4DA7C1-A7E6-40EF-984A-C52676E297B3}"/>
              </a:ext>
            </a:extLst>
          </p:cNvPr>
          <p:cNvSpPr/>
          <p:nvPr/>
        </p:nvSpPr>
        <p:spPr>
          <a:xfrm>
            <a:off x="876958"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4" name="矩形 3">
            <a:extLst>
              <a:ext uri="{FF2B5EF4-FFF2-40B4-BE49-F238E27FC236}">
                <a16:creationId xmlns:a16="http://schemas.microsoft.com/office/drawing/2014/main" id="{D90949E0-2655-4479-8F15-468791AE295A}"/>
              </a:ext>
            </a:extLst>
          </p:cNvPr>
          <p:cNvSpPr/>
          <p:nvPr/>
        </p:nvSpPr>
        <p:spPr>
          <a:xfrm>
            <a:off x="704029" y="4867219"/>
            <a:ext cx="10851700" cy="873957"/>
          </a:xfrm>
          <a:prstGeom prst="rect">
            <a:avLst/>
          </a:prstGeom>
        </p:spPr>
        <p:txBody>
          <a:bodyPr wrap="square">
            <a:spAutoFit/>
          </a:bodyPr>
          <a:lstStyle/>
          <a:p>
            <a:pPr>
              <a:lnSpc>
                <a:spcPct val="150000"/>
              </a:lnSpc>
            </a:pPr>
            <a:r>
              <a:rPr lang="en-US" altLang="zh-CN" b="1" dirty="0" err="1"/>
              <a:t>MaxSAT</a:t>
            </a:r>
            <a:r>
              <a:rPr lang="en-US" altLang="zh-CN" b="1" dirty="0"/>
              <a:t> </a:t>
            </a:r>
            <a:r>
              <a:rPr lang="zh-CN" altLang="en-US" dirty="0"/>
              <a:t>：一些子句被声明为</a:t>
            </a:r>
            <a:r>
              <a:rPr lang="zh-CN" altLang="en-US" b="1" dirty="0"/>
              <a:t>硬子句</a:t>
            </a:r>
            <a:r>
              <a:rPr lang="zh-CN" altLang="en-US" dirty="0"/>
              <a:t>，其余子句被声明为</a:t>
            </a:r>
            <a:r>
              <a:rPr lang="zh-CN" altLang="en-US" b="1" dirty="0"/>
              <a:t>软子句</a:t>
            </a:r>
            <a:r>
              <a:rPr lang="zh-CN" altLang="en-US" dirty="0"/>
              <a:t>，问题是找到一种赋值，</a:t>
            </a:r>
            <a:r>
              <a:rPr lang="zh-CN" altLang="en-US" b="1" dirty="0"/>
              <a:t>使得所有硬子句都被满足，并且满足的软子句的数量（权重）最大化。</a:t>
            </a:r>
          </a:p>
        </p:txBody>
      </p:sp>
      <p:sp>
        <p:nvSpPr>
          <p:cNvPr id="30" name="矩形 29">
            <a:extLst>
              <a:ext uri="{FF2B5EF4-FFF2-40B4-BE49-F238E27FC236}">
                <a16:creationId xmlns:a16="http://schemas.microsoft.com/office/drawing/2014/main" id="{43C9F2C7-14FC-4C8C-ADD8-53B99E823BB7}"/>
              </a:ext>
            </a:extLst>
          </p:cNvPr>
          <p:cNvSpPr/>
          <p:nvPr/>
        </p:nvSpPr>
        <p:spPr>
          <a:xfrm>
            <a:off x="1236522" y="446190"/>
            <a:ext cx="697627" cy="400110"/>
          </a:xfrm>
          <a:prstGeom prst="rect">
            <a:avLst/>
          </a:prstGeom>
        </p:spPr>
        <p:txBody>
          <a:bodyPr wrap="none">
            <a:noAutofit/>
          </a:bodyPr>
          <a:lstStyle/>
          <a:p>
            <a:endParaRPr lang="zh-CN" altLang="en-US" sz="2000" dirty="0">
              <a:solidFill>
                <a:schemeClr val="bg1"/>
              </a:solidFill>
              <a:latin typeface="+mn-ea"/>
            </a:endParaRPr>
          </a:p>
        </p:txBody>
      </p:sp>
      <p:sp>
        <p:nvSpPr>
          <p:cNvPr id="21" name="矩形 20">
            <a:extLst>
              <a:ext uri="{FF2B5EF4-FFF2-40B4-BE49-F238E27FC236}">
                <a16:creationId xmlns:a16="http://schemas.microsoft.com/office/drawing/2014/main" id="{594A5B48-FDAA-42E5-8129-AD75CB703AC4}"/>
              </a:ext>
            </a:extLst>
          </p:cNvPr>
          <p:cNvSpPr/>
          <p:nvPr/>
        </p:nvSpPr>
        <p:spPr>
          <a:xfrm>
            <a:off x="695325" y="4153231"/>
            <a:ext cx="10851700" cy="458459"/>
          </a:xfrm>
          <a:prstGeom prst="rect">
            <a:avLst/>
          </a:prstGeom>
        </p:spPr>
        <p:txBody>
          <a:bodyPr wrap="square">
            <a:spAutoFit/>
          </a:bodyPr>
          <a:lstStyle/>
          <a:p>
            <a:pPr>
              <a:lnSpc>
                <a:spcPct val="150000"/>
              </a:lnSpc>
            </a:pPr>
            <a:r>
              <a:rPr lang="en-US" altLang="zh-CN" b="1" dirty="0"/>
              <a:t>SAT </a:t>
            </a:r>
            <a:r>
              <a:rPr lang="zh-CN" altLang="en-US" dirty="0"/>
              <a:t>：</a:t>
            </a:r>
            <a:r>
              <a:rPr lang="zh-CN" altLang="en-US" b="1" dirty="0"/>
              <a:t>是否存在一组对变量的真值，使得所有的子句被满足。</a:t>
            </a:r>
          </a:p>
        </p:txBody>
      </p:sp>
      <p:sp>
        <p:nvSpPr>
          <p:cNvPr id="24" name="矩形 23">
            <a:extLst>
              <a:ext uri="{FF2B5EF4-FFF2-40B4-BE49-F238E27FC236}">
                <a16:creationId xmlns:a16="http://schemas.microsoft.com/office/drawing/2014/main" id="{5F2B9049-633E-4603-9799-B9234E5C1B08}"/>
              </a:ext>
            </a:extLst>
          </p:cNvPr>
          <p:cNvSpPr/>
          <p:nvPr/>
        </p:nvSpPr>
        <p:spPr>
          <a:xfrm>
            <a:off x="712735" y="3071573"/>
            <a:ext cx="10851700" cy="873957"/>
          </a:xfrm>
          <a:prstGeom prst="rect">
            <a:avLst/>
          </a:prstGeom>
        </p:spPr>
        <p:txBody>
          <a:bodyPr wrap="square">
            <a:spAutoFit/>
          </a:bodyPr>
          <a:lstStyle/>
          <a:p>
            <a:pPr>
              <a:lnSpc>
                <a:spcPct val="150000"/>
              </a:lnSpc>
              <a:spcBef>
                <a:spcPts val="800"/>
              </a:spcBef>
            </a:pPr>
            <a:r>
              <a:rPr lang="zh-CN" altLang="en-US" b="1" dirty="0"/>
              <a:t>子句</a:t>
            </a:r>
            <a:r>
              <a:rPr lang="zh-CN" altLang="en-US" dirty="0"/>
              <a:t>（</a:t>
            </a:r>
            <a:r>
              <a:rPr lang="en-US" altLang="zh-CN" b="1" dirty="0"/>
              <a:t>clause</a:t>
            </a:r>
            <a:r>
              <a:rPr lang="zh-CN" altLang="en-US" dirty="0"/>
              <a:t>）则是由文字集合中的部分若干文字的析取（</a:t>
            </a:r>
            <a:r>
              <a:rPr lang="en-US" altLang="zh-CN" dirty="0"/>
              <a:t>disjunction</a:t>
            </a:r>
            <a:r>
              <a:rPr lang="zh-CN" altLang="en-US" dirty="0"/>
              <a:t>）所构成的：即每个子句都可以写成</a:t>
            </a:r>
            <a:r>
              <a:rPr lang="en-US" altLang="zh-CN" b="1" dirty="0"/>
              <a:t>c</a:t>
            </a:r>
            <a:r>
              <a:rPr lang="zh-CN" altLang="en-US" b="1" dirty="0"/>
              <a:t> </a:t>
            </a:r>
            <a:r>
              <a:rPr lang="en-US" altLang="zh-CN" b="1" dirty="0"/>
              <a:t>= x1 ∨ x2 ∨ x3⋯</a:t>
            </a:r>
            <a:r>
              <a:rPr lang="zh-CN" altLang="en-US" dirty="0"/>
              <a:t>的形式， 也就是各个变量的或操作集合（</a:t>
            </a:r>
            <a:r>
              <a:rPr lang="en-US" altLang="zh-CN" dirty="0"/>
              <a:t>or</a:t>
            </a:r>
            <a:r>
              <a:rPr lang="zh-CN" altLang="en-US" dirty="0"/>
              <a:t>）。</a:t>
            </a:r>
          </a:p>
        </p:txBody>
      </p:sp>
      <p:sp>
        <p:nvSpPr>
          <p:cNvPr id="25" name="矩形 24">
            <a:extLst>
              <a:ext uri="{FF2B5EF4-FFF2-40B4-BE49-F238E27FC236}">
                <a16:creationId xmlns:a16="http://schemas.microsoft.com/office/drawing/2014/main" id="{617973E7-5993-4497-9F65-1D1D9C8963D4}"/>
              </a:ext>
            </a:extLst>
          </p:cNvPr>
          <p:cNvSpPr/>
          <p:nvPr/>
        </p:nvSpPr>
        <p:spPr>
          <a:xfrm>
            <a:off x="1236522" y="446190"/>
            <a:ext cx="697627" cy="400110"/>
          </a:xfrm>
          <a:prstGeom prst="rect">
            <a:avLst/>
          </a:prstGeom>
        </p:spPr>
        <p:txBody>
          <a:bodyPr wrap="none">
            <a:noAutofit/>
          </a:bodyPr>
          <a:lstStyle/>
          <a:p>
            <a:endParaRPr lang="zh-CN" altLang="en-US" sz="2000" dirty="0">
              <a:solidFill>
                <a:schemeClr val="bg1"/>
              </a:solidFill>
              <a:latin typeface="+mn-ea"/>
            </a:endParaRPr>
          </a:p>
        </p:txBody>
      </p:sp>
      <p:sp>
        <p:nvSpPr>
          <p:cNvPr id="26" name="矩形 25">
            <a:extLst>
              <a:ext uri="{FF2B5EF4-FFF2-40B4-BE49-F238E27FC236}">
                <a16:creationId xmlns:a16="http://schemas.microsoft.com/office/drawing/2014/main" id="{6D23F7FE-CE83-4996-A1D9-91661C0CC831}"/>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lumMod val="50000"/>
                  </a:schemeClr>
                </a:solidFill>
                <a:latin typeface="+mn-ea"/>
              </a:rPr>
              <a:t>研究背景</a:t>
            </a:r>
          </a:p>
        </p:txBody>
      </p:sp>
      <p:sp>
        <p:nvSpPr>
          <p:cNvPr id="27" name="矩形 26">
            <a:extLst>
              <a:ext uri="{FF2B5EF4-FFF2-40B4-BE49-F238E27FC236}">
                <a16:creationId xmlns:a16="http://schemas.microsoft.com/office/drawing/2014/main" id="{ECC5EAB4-BEA8-4D37-91DE-11DEDF7C8502}"/>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lumMod val="50000"/>
                  </a:schemeClr>
                </a:solidFill>
                <a:latin typeface="+mn-ea"/>
              </a:rPr>
              <a:t>研究内容</a:t>
            </a:r>
          </a:p>
        </p:txBody>
      </p:sp>
      <p:sp>
        <p:nvSpPr>
          <p:cNvPr id="28" name="矩形 27">
            <a:extLst>
              <a:ext uri="{FF2B5EF4-FFF2-40B4-BE49-F238E27FC236}">
                <a16:creationId xmlns:a16="http://schemas.microsoft.com/office/drawing/2014/main" id="{0A38C95A-43C8-4282-85E3-5AFC9C755080}"/>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lumMod val="50000"/>
                  </a:schemeClr>
                </a:solidFill>
                <a:latin typeface="+mn-ea"/>
              </a:rPr>
              <a:t>研究方案</a:t>
            </a:r>
          </a:p>
        </p:txBody>
      </p:sp>
      <p:sp>
        <p:nvSpPr>
          <p:cNvPr id="29" name="矩形 28">
            <a:extLst>
              <a:ext uri="{FF2B5EF4-FFF2-40B4-BE49-F238E27FC236}">
                <a16:creationId xmlns:a16="http://schemas.microsoft.com/office/drawing/2014/main" id="{84E66C20-C5C5-42CA-A1B4-8E566E4FDB21}"/>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34" name="直接连接符 33">
            <a:extLst>
              <a:ext uri="{FF2B5EF4-FFF2-40B4-BE49-F238E27FC236}">
                <a16:creationId xmlns:a16="http://schemas.microsoft.com/office/drawing/2014/main" id="{CE46B9F3-64F6-45F6-8807-31053D76CAB9}"/>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264FFA05-FC5F-4B65-B85B-379A79BC2782}"/>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97A38BCD-DAEE-42C1-8FEA-C5B1C30B04E4}"/>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A0A4E50-553C-4E3A-A2F7-F932534B6461}"/>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EBD97FED-1C4D-4E71-8C6A-721A033CEEB2}"/>
              </a:ext>
            </a:extLst>
          </p:cNvPr>
          <p:cNvSpPr/>
          <p:nvPr/>
        </p:nvSpPr>
        <p:spPr>
          <a:xfrm>
            <a:off x="1475295" y="446190"/>
            <a:ext cx="1467068" cy="400110"/>
          </a:xfrm>
          <a:prstGeom prst="rect">
            <a:avLst/>
          </a:prstGeom>
        </p:spPr>
        <p:txBody>
          <a:bodyPr wrap="none">
            <a:noAutofit/>
          </a:bodyPr>
          <a:lstStyle/>
          <a:p>
            <a:r>
              <a:rPr lang="zh-CN" altLang="en-US" sz="2000" dirty="0">
                <a:solidFill>
                  <a:schemeClr val="bg1"/>
                </a:solidFill>
                <a:latin typeface="+mn-ea"/>
              </a:rPr>
              <a:t>研究课题</a:t>
            </a:r>
          </a:p>
        </p:txBody>
      </p:sp>
    </p:spTree>
    <p:extLst>
      <p:ext uri="{BB962C8B-B14F-4D97-AF65-F5344CB8AC3E}">
        <p14:creationId xmlns:p14="http://schemas.microsoft.com/office/powerpoint/2010/main" val="2504172516"/>
      </p:ext>
    </p:extLst>
  </p:cSld>
  <p:clrMapOvr>
    <a:masterClrMapping/>
  </p:clrMapOvr>
  <mc:AlternateContent xmlns:mc="http://schemas.openxmlformats.org/markup-compatibility/2006" xmlns:p14="http://schemas.microsoft.com/office/powerpoint/2010/main">
    <mc:Choice Requires="p14">
      <p:transition p14:dur="10" advClick="0" advTm="3000"/>
    </mc:Choice>
    <mc:Fallback xmlns="">
      <p:transition advClick="0"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BFC61ACE-1A73-4829-8C77-FE83B7FB4327}"/>
              </a:ext>
            </a:extLst>
          </p:cNvPr>
          <p:cNvSpPr txBox="1"/>
          <p:nvPr/>
        </p:nvSpPr>
        <p:spPr>
          <a:xfrm>
            <a:off x="1214350" y="1365094"/>
            <a:ext cx="2390398" cy="461665"/>
          </a:xfrm>
          <a:prstGeom prst="rect">
            <a:avLst/>
          </a:prstGeom>
          <a:noFill/>
        </p:spPr>
        <p:txBody>
          <a:bodyPr wrap="none" rtlCol="0">
            <a:noAutofit/>
          </a:bodyPr>
          <a:lstStyle/>
          <a:p>
            <a:r>
              <a:rPr lang="en-US" altLang="zh-CN" sz="2400" b="1" dirty="0" err="1">
                <a:solidFill>
                  <a:schemeClr val="accent1"/>
                </a:solidFill>
              </a:rPr>
              <a:t>MaxSAT</a:t>
            </a:r>
            <a:r>
              <a:rPr lang="zh-CN" altLang="en-US" sz="2400" b="1" dirty="0">
                <a:solidFill>
                  <a:schemeClr val="accent1"/>
                </a:solidFill>
              </a:rPr>
              <a:t>问题介绍</a:t>
            </a:r>
          </a:p>
        </p:txBody>
      </p:sp>
      <p:sp>
        <p:nvSpPr>
          <p:cNvPr id="22" name="矩形 21">
            <a:extLst>
              <a:ext uri="{FF2B5EF4-FFF2-40B4-BE49-F238E27FC236}">
                <a16:creationId xmlns:a16="http://schemas.microsoft.com/office/drawing/2014/main" id="{036751D0-E6BE-4024-82F4-AFBCF5A91B22}"/>
              </a:ext>
            </a:extLst>
          </p:cNvPr>
          <p:cNvSpPr/>
          <p:nvPr/>
        </p:nvSpPr>
        <p:spPr>
          <a:xfrm>
            <a:off x="695325"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3" name="矩形 22">
            <a:extLst>
              <a:ext uri="{FF2B5EF4-FFF2-40B4-BE49-F238E27FC236}">
                <a16:creationId xmlns:a16="http://schemas.microsoft.com/office/drawing/2014/main" id="{7B4DA7C1-A7E6-40EF-984A-C52676E297B3}"/>
              </a:ext>
            </a:extLst>
          </p:cNvPr>
          <p:cNvSpPr/>
          <p:nvPr/>
        </p:nvSpPr>
        <p:spPr>
          <a:xfrm>
            <a:off x="876958"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pic>
        <p:nvPicPr>
          <p:cNvPr id="17" name="图片 16">
            <a:extLst>
              <a:ext uri="{FF2B5EF4-FFF2-40B4-BE49-F238E27FC236}">
                <a16:creationId xmlns:a16="http://schemas.microsoft.com/office/drawing/2014/main" id="{2E73EC34-79AB-4E83-8CA3-73C92C95F2BD}"/>
              </a:ext>
            </a:extLst>
          </p:cNvPr>
          <p:cNvPicPr>
            <a:picLocks noChangeAspect="1"/>
          </p:cNvPicPr>
          <p:nvPr/>
        </p:nvPicPr>
        <p:blipFill>
          <a:blip r:embed="rId2"/>
          <a:stretch>
            <a:fillRect/>
          </a:stretch>
        </p:blipFill>
        <p:spPr>
          <a:xfrm>
            <a:off x="2561812" y="2154786"/>
            <a:ext cx="657835" cy="659534"/>
          </a:xfrm>
          <a:prstGeom prst="rect">
            <a:avLst/>
          </a:prstGeom>
        </p:spPr>
      </p:pic>
      <p:pic>
        <p:nvPicPr>
          <p:cNvPr id="18" name="图片 17">
            <a:extLst>
              <a:ext uri="{FF2B5EF4-FFF2-40B4-BE49-F238E27FC236}">
                <a16:creationId xmlns:a16="http://schemas.microsoft.com/office/drawing/2014/main" id="{2C3FBE06-AA5C-4427-B032-35B4611FCF84}"/>
              </a:ext>
            </a:extLst>
          </p:cNvPr>
          <p:cNvPicPr>
            <a:picLocks noChangeAspect="1"/>
          </p:cNvPicPr>
          <p:nvPr/>
        </p:nvPicPr>
        <p:blipFill>
          <a:blip r:embed="rId3"/>
          <a:stretch>
            <a:fillRect/>
          </a:stretch>
        </p:blipFill>
        <p:spPr>
          <a:xfrm>
            <a:off x="3651612" y="2160299"/>
            <a:ext cx="657835" cy="659534"/>
          </a:xfrm>
          <a:prstGeom prst="rect">
            <a:avLst/>
          </a:prstGeom>
        </p:spPr>
      </p:pic>
      <p:pic>
        <p:nvPicPr>
          <p:cNvPr id="21" name="图片 20">
            <a:extLst>
              <a:ext uri="{FF2B5EF4-FFF2-40B4-BE49-F238E27FC236}">
                <a16:creationId xmlns:a16="http://schemas.microsoft.com/office/drawing/2014/main" id="{C89D2065-0F61-41B8-8794-39A396F0BB07}"/>
              </a:ext>
            </a:extLst>
          </p:cNvPr>
          <p:cNvPicPr>
            <a:picLocks noChangeAspect="1"/>
          </p:cNvPicPr>
          <p:nvPr/>
        </p:nvPicPr>
        <p:blipFill>
          <a:blip r:embed="rId4"/>
          <a:stretch>
            <a:fillRect/>
          </a:stretch>
        </p:blipFill>
        <p:spPr>
          <a:xfrm>
            <a:off x="4739170" y="2166400"/>
            <a:ext cx="657835" cy="659534"/>
          </a:xfrm>
          <a:prstGeom prst="rect">
            <a:avLst/>
          </a:prstGeom>
        </p:spPr>
      </p:pic>
      <p:pic>
        <p:nvPicPr>
          <p:cNvPr id="24" name="图片 23">
            <a:extLst>
              <a:ext uri="{FF2B5EF4-FFF2-40B4-BE49-F238E27FC236}">
                <a16:creationId xmlns:a16="http://schemas.microsoft.com/office/drawing/2014/main" id="{39285CB1-01DF-497E-9F59-B5D8FCB4C1D6}"/>
              </a:ext>
            </a:extLst>
          </p:cNvPr>
          <p:cNvPicPr>
            <a:picLocks noChangeAspect="1"/>
          </p:cNvPicPr>
          <p:nvPr/>
        </p:nvPicPr>
        <p:blipFill>
          <a:blip r:embed="rId5"/>
          <a:stretch>
            <a:fillRect/>
          </a:stretch>
        </p:blipFill>
        <p:spPr>
          <a:xfrm>
            <a:off x="5823608" y="2154786"/>
            <a:ext cx="657835" cy="659534"/>
          </a:xfrm>
          <a:prstGeom prst="rect">
            <a:avLst/>
          </a:prstGeom>
        </p:spPr>
      </p:pic>
      <p:pic>
        <p:nvPicPr>
          <p:cNvPr id="25" name="图片 24">
            <a:extLst>
              <a:ext uri="{FF2B5EF4-FFF2-40B4-BE49-F238E27FC236}">
                <a16:creationId xmlns:a16="http://schemas.microsoft.com/office/drawing/2014/main" id="{C99B7870-37F2-49EE-9601-4BE1BFEE19DF}"/>
              </a:ext>
            </a:extLst>
          </p:cNvPr>
          <p:cNvPicPr>
            <a:picLocks noChangeAspect="1"/>
          </p:cNvPicPr>
          <p:nvPr/>
        </p:nvPicPr>
        <p:blipFill>
          <a:blip r:embed="rId6"/>
          <a:stretch>
            <a:fillRect/>
          </a:stretch>
        </p:blipFill>
        <p:spPr>
          <a:xfrm>
            <a:off x="6921012" y="2154786"/>
            <a:ext cx="657835" cy="659534"/>
          </a:xfrm>
          <a:prstGeom prst="rect">
            <a:avLst/>
          </a:prstGeom>
        </p:spPr>
      </p:pic>
      <p:pic>
        <p:nvPicPr>
          <p:cNvPr id="26" name="图片 25">
            <a:extLst>
              <a:ext uri="{FF2B5EF4-FFF2-40B4-BE49-F238E27FC236}">
                <a16:creationId xmlns:a16="http://schemas.microsoft.com/office/drawing/2014/main" id="{1C14E279-17B0-4EAB-9C7B-888B9D4C715A}"/>
              </a:ext>
            </a:extLst>
          </p:cNvPr>
          <p:cNvPicPr>
            <a:picLocks noChangeAspect="1"/>
          </p:cNvPicPr>
          <p:nvPr/>
        </p:nvPicPr>
        <p:blipFill>
          <a:blip r:embed="rId7"/>
          <a:stretch>
            <a:fillRect/>
          </a:stretch>
        </p:blipFill>
        <p:spPr>
          <a:xfrm>
            <a:off x="8010812" y="2154786"/>
            <a:ext cx="657835" cy="659534"/>
          </a:xfrm>
          <a:prstGeom prst="rect">
            <a:avLst/>
          </a:prstGeom>
        </p:spPr>
      </p:pic>
      <p:sp>
        <p:nvSpPr>
          <p:cNvPr id="27" name="矩形 26">
            <a:extLst>
              <a:ext uri="{FF2B5EF4-FFF2-40B4-BE49-F238E27FC236}">
                <a16:creationId xmlns:a16="http://schemas.microsoft.com/office/drawing/2014/main" id="{DD0F44CF-091C-4150-AE01-8C9D6B13385A}"/>
              </a:ext>
            </a:extLst>
          </p:cNvPr>
          <p:cNvSpPr/>
          <p:nvPr/>
        </p:nvSpPr>
        <p:spPr>
          <a:xfrm>
            <a:off x="1013029" y="2275874"/>
            <a:ext cx="1107996" cy="417358"/>
          </a:xfrm>
          <a:prstGeom prst="rect">
            <a:avLst/>
          </a:prstGeom>
        </p:spPr>
        <p:txBody>
          <a:bodyPr wrap="square">
            <a:spAutoFit/>
          </a:bodyPr>
          <a:lstStyle/>
          <a:p>
            <a:pPr algn="ctr">
              <a:lnSpc>
                <a:spcPct val="130000"/>
              </a:lnSpc>
            </a:pPr>
            <a:r>
              <a:rPr lang="zh-CN" altLang="en-US" b="1" dirty="0">
                <a:latin typeface="+mn-ea"/>
              </a:rPr>
              <a:t>文字</a:t>
            </a:r>
          </a:p>
        </p:txBody>
      </p:sp>
      <p:pic>
        <p:nvPicPr>
          <p:cNvPr id="28" name="图片 27">
            <a:extLst>
              <a:ext uri="{FF2B5EF4-FFF2-40B4-BE49-F238E27FC236}">
                <a16:creationId xmlns:a16="http://schemas.microsoft.com/office/drawing/2014/main" id="{65D479E1-B628-444B-A3A4-23F48F339611}"/>
              </a:ext>
            </a:extLst>
          </p:cNvPr>
          <p:cNvPicPr>
            <a:picLocks noChangeAspect="1"/>
          </p:cNvPicPr>
          <p:nvPr/>
        </p:nvPicPr>
        <p:blipFill>
          <a:blip r:embed="rId8"/>
          <a:stretch>
            <a:fillRect/>
          </a:stretch>
        </p:blipFill>
        <p:spPr>
          <a:xfrm>
            <a:off x="2561812" y="3112098"/>
            <a:ext cx="657835" cy="659534"/>
          </a:xfrm>
          <a:prstGeom prst="rect">
            <a:avLst/>
          </a:prstGeom>
        </p:spPr>
      </p:pic>
      <p:pic>
        <p:nvPicPr>
          <p:cNvPr id="29" name="图片 28">
            <a:extLst>
              <a:ext uri="{FF2B5EF4-FFF2-40B4-BE49-F238E27FC236}">
                <a16:creationId xmlns:a16="http://schemas.microsoft.com/office/drawing/2014/main" id="{21CC4B39-69AA-48FA-B2C2-FC7EAD74AF57}"/>
              </a:ext>
            </a:extLst>
          </p:cNvPr>
          <p:cNvPicPr>
            <a:picLocks noChangeAspect="1"/>
          </p:cNvPicPr>
          <p:nvPr/>
        </p:nvPicPr>
        <p:blipFill>
          <a:blip r:embed="rId9"/>
          <a:stretch>
            <a:fillRect/>
          </a:stretch>
        </p:blipFill>
        <p:spPr>
          <a:xfrm>
            <a:off x="3109857" y="2999778"/>
            <a:ext cx="657835" cy="858443"/>
          </a:xfrm>
          <a:prstGeom prst="rect">
            <a:avLst/>
          </a:prstGeom>
        </p:spPr>
      </p:pic>
      <p:pic>
        <p:nvPicPr>
          <p:cNvPr id="34" name="图片 33">
            <a:extLst>
              <a:ext uri="{FF2B5EF4-FFF2-40B4-BE49-F238E27FC236}">
                <a16:creationId xmlns:a16="http://schemas.microsoft.com/office/drawing/2014/main" id="{DFA0361A-E957-4B96-842D-BC0E598360CD}"/>
              </a:ext>
            </a:extLst>
          </p:cNvPr>
          <p:cNvPicPr>
            <a:picLocks noChangeAspect="1"/>
          </p:cNvPicPr>
          <p:nvPr/>
        </p:nvPicPr>
        <p:blipFill>
          <a:blip r:embed="rId2"/>
          <a:stretch>
            <a:fillRect/>
          </a:stretch>
        </p:blipFill>
        <p:spPr>
          <a:xfrm>
            <a:off x="3651611" y="3099232"/>
            <a:ext cx="657835" cy="659534"/>
          </a:xfrm>
          <a:prstGeom prst="rect">
            <a:avLst/>
          </a:prstGeom>
        </p:spPr>
      </p:pic>
      <p:pic>
        <p:nvPicPr>
          <p:cNvPr id="35" name="图片 34">
            <a:extLst>
              <a:ext uri="{FF2B5EF4-FFF2-40B4-BE49-F238E27FC236}">
                <a16:creationId xmlns:a16="http://schemas.microsoft.com/office/drawing/2014/main" id="{AFE24275-6018-4246-A557-437698047915}"/>
              </a:ext>
            </a:extLst>
          </p:cNvPr>
          <p:cNvPicPr>
            <a:picLocks noChangeAspect="1"/>
          </p:cNvPicPr>
          <p:nvPr/>
        </p:nvPicPr>
        <p:blipFill>
          <a:blip r:embed="rId5"/>
          <a:stretch>
            <a:fillRect/>
          </a:stretch>
        </p:blipFill>
        <p:spPr>
          <a:xfrm>
            <a:off x="4739359" y="3112098"/>
            <a:ext cx="657835" cy="659534"/>
          </a:xfrm>
          <a:prstGeom prst="rect">
            <a:avLst/>
          </a:prstGeom>
        </p:spPr>
      </p:pic>
      <p:pic>
        <p:nvPicPr>
          <p:cNvPr id="36" name="图片 35">
            <a:extLst>
              <a:ext uri="{FF2B5EF4-FFF2-40B4-BE49-F238E27FC236}">
                <a16:creationId xmlns:a16="http://schemas.microsoft.com/office/drawing/2014/main" id="{6C06B5E1-B0AB-4322-A2EB-0FB12DE493D9}"/>
              </a:ext>
            </a:extLst>
          </p:cNvPr>
          <p:cNvPicPr>
            <a:picLocks noChangeAspect="1"/>
          </p:cNvPicPr>
          <p:nvPr/>
        </p:nvPicPr>
        <p:blipFill>
          <a:blip r:embed="rId10"/>
          <a:stretch>
            <a:fillRect/>
          </a:stretch>
        </p:blipFill>
        <p:spPr>
          <a:xfrm>
            <a:off x="4291961" y="3155012"/>
            <a:ext cx="496875" cy="547974"/>
          </a:xfrm>
          <a:prstGeom prst="rect">
            <a:avLst/>
          </a:prstGeom>
        </p:spPr>
      </p:pic>
      <p:pic>
        <p:nvPicPr>
          <p:cNvPr id="39" name="图片 38">
            <a:extLst>
              <a:ext uri="{FF2B5EF4-FFF2-40B4-BE49-F238E27FC236}">
                <a16:creationId xmlns:a16="http://schemas.microsoft.com/office/drawing/2014/main" id="{DD3D3DF1-DB6E-46AA-80B6-F0DDB36E1FBB}"/>
              </a:ext>
            </a:extLst>
          </p:cNvPr>
          <p:cNvPicPr>
            <a:picLocks noChangeAspect="1"/>
          </p:cNvPicPr>
          <p:nvPr/>
        </p:nvPicPr>
        <p:blipFill>
          <a:blip r:embed="rId11"/>
          <a:stretch>
            <a:fillRect/>
          </a:stretch>
        </p:blipFill>
        <p:spPr>
          <a:xfrm>
            <a:off x="5823607" y="3112098"/>
            <a:ext cx="657835" cy="659534"/>
          </a:xfrm>
          <a:prstGeom prst="rect">
            <a:avLst/>
          </a:prstGeom>
        </p:spPr>
      </p:pic>
      <p:pic>
        <p:nvPicPr>
          <p:cNvPr id="42" name="图片 41">
            <a:extLst>
              <a:ext uri="{FF2B5EF4-FFF2-40B4-BE49-F238E27FC236}">
                <a16:creationId xmlns:a16="http://schemas.microsoft.com/office/drawing/2014/main" id="{F9365BAD-12D8-4E04-822F-050381BB9426}"/>
              </a:ext>
            </a:extLst>
          </p:cNvPr>
          <p:cNvPicPr>
            <a:picLocks noChangeAspect="1"/>
          </p:cNvPicPr>
          <p:nvPr/>
        </p:nvPicPr>
        <p:blipFill>
          <a:blip r:embed="rId12"/>
          <a:stretch>
            <a:fillRect/>
          </a:stretch>
        </p:blipFill>
        <p:spPr>
          <a:xfrm>
            <a:off x="2561811" y="4038166"/>
            <a:ext cx="657836" cy="659535"/>
          </a:xfrm>
          <a:prstGeom prst="rect">
            <a:avLst/>
          </a:prstGeom>
        </p:spPr>
      </p:pic>
      <p:pic>
        <p:nvPicPr>
          <p:cNvPr id="45" name="图片 44">
            <a:extLst>
              <a:ext uri="{FF2B5EF4-FFF2-40B4-BE49-F238E27FC236}">
                <a16:creationId xmlns:a16="http://schemas.microsoft.com/office/drawing/2014/main" id="{C0098CE0-D9FD-4853-BA3D-0FF981621442}"/>
              </a:ext>
            </a:extLst>
          </p:cNvPr>
          <p:cNvPicPr>
            <a:picLocks noChangeAspect="1"/>
          </p:cNvPicPr>
          <p:nvPr/>
        </p:nvPicPr>
        <p:blipFill>
          <a:blip r:embed="rId2"/>
          <a:stretch>
            <a:fillRect/>
          </a:stretch>
        </p:blipFill>
        <p:spPr>
          <a:xfrm>
            <a:off x="6926940" y="3112098"/>
            <a:ext cx="657835" cy="659534"/>
          </a:xfrm>
          <a:prstGeom prst="rect">
            <a:avLst/>
          </a:prstGeom>
        </p:spPr>
      </p:pic>
      <p:pic>
        <p:nvPicPr>
          <p:cNvPr id="46" name="图片 45">
            <a:extLst>
              <a:ext uri="{FF2B5EF4-FFF2-40B4-BE49-F238E27FC236}">
                <a16:creationId xmlns:a16="http://schemas.microsoft.com/office/drawing/2014/main" id="{F9324AC5-BA19-41B7-9AB3-5033406808E2}"/>
              </a:ext>
            </a:extLst>
          </p:cNvPr>
          <p:cNvPicPr>
            <a:picLocks noChangeAspect="1"/>
          </p:cNvPicPr>
          <p:nvPr/>
        </p:nvPicPr>
        <p:blipFill>
          <a:blip r:embed="rId6"/>
          <a:stretch>
            <a:fillRect/>
          </a:stretch>
        </p:blipFill>
        <p:spPr>
          <a:xfrm>
            <a:off x="8010761" y="3132416"/>
            <a:ext cx="657835" cy="659534"/>
          </a:xfrm>
          <a:prstGeom prst="rect">
            <a:avLst/>
          </a:prstGeom>
        </p:spPr>
      </p:pic>
      <p:pic>
        <p:nvPicPr>
          <p:cNvPr id="47" name="图片 46">
            <a:extLst>
              <a:ext uri="{FF2B5EF4-FFF2-40B4-BE49-F238E27FC236}">
                <a16:creationId xmlns:a16="http://schemas.microsoft.com/office/drawing/2014/main" id="{A80CD7DB-1880-4C14-93D2-932631C64E35}"/>
              </a:ext>
            </a:extLst>
          </p:cNvPr>
          <p:cNvPicPr>
            <a:picLocks noChangeAspect="1"/>
          </p:cNvPicPr>
          <p:nvPr/>
        </p:nvPicPr>
        <p:blipFill>
          <a:blip r:embed="rId9"/>
          <a:stretch>
            <a:fillRect/>
          </a:stretch>
        </p:blipFill>
        <p:spPr>
          <a:xfrm>
            <a:off x="6346458" y="2994697"/>
            <a:ext cx="657835" cy="858443"/>
          </a:xfrm>
          <a:prstGeom prst="rect">
            <a:avLst/>
          </a:prstGeom>
        </p:spPr>
      </p:pic>
      <p:pic>
        <p:nvPicPr>
          <p:cNvPr id="48" name="图片 47">
            <a:extLst>
              <a:ext uri="{FF2B5EF4-FFF2-40B4-BE49-F238E27FC236}">
                <a16:creationId xmlns:a16="http://schemas.microsoft.com/office/drawing/2014/main" id="{4CD8CCD8-767A-4E59-836E-AC23CCE5B001}"/>
              </a:ext>
            </a:extLst>
          </p:cNvPr>
          <p:cNvPicPr>
            <a:picLocks noChangeAspect="1"/>
          </p:cNvPicPr>
          <p:nvPr/>
        </p:nvPicPr>
        <p:blipFill>
          <a:blip r:embed="rId10"/>
          <a:stretch>
            <a:fillRect/>
          </a:stretch>
        </p:blipFill>
        <p:spPr>
          <a:xfrm>
            <a:off x="7579719" y="3167642"/>
            <a:ext cx="496875" cy="547974"/>
          </a:xfrm>
          <a:prstGeom prst="rect">
            <a:avLst/>
          </a:prstGeom>
        </p:spPr>
      </p:pic>
      <p:pic>
        <p:nvPicPr>
          <p:cNvPr id="49" name="图片 48">
            <a:extLst>
              <a:ext uri="{FF2B5EF4-FFF2-40B4-BE49-F238E27FC236}">
                <a16:creationId xmlns:a16="http://schemas.microsoft.com/office/drawing/2014/main" id="{6E048FB8-71B6-4E1A-8137-9728FC0A8BB4}"/>
              </a:ext>
            </a:extLst>
          </p:cNvPr>
          <p:cNvPicPr>
            <a:picLocks noChangeAspect="1"/>
          </p:cNvPicPr>
          <p:nvPr/>
        </p:nvPicPr>
        <p:blipFill>
          <a:blip r:embed="rId9"/>
          <a:stretch>
            <a:fillRect/>
          </a:stretch>
        </p:blipFill>
        <p:spPr>
          <a:xfrm>
            <a:off x="3113338" y="3957675"/>
            <a:ext cx="657835" cy="858443"/>
          </a:xfrm>
          <a:prstGeom prst="rect">
            <a:avLst/>
          </a:prstGeom>
        </p:spPr>
      </p:pic>
      <p:pic>
        <p:nvPicPr>
          <p:cNvPr id="50" name="图片 49">
            <a:extLst>
              <a:ext uri="{FF2B5EF4-FFF2-40B4-BE49-F238E27FC236}">
                <a16:creationId xmlns:a16="http://schemas.microsoft.com/office/drawing/2014/main" id="{9F69C294-9A30-4626-8CBA-F5AF512689E0}"/>
              </a:ext>
            </a:extLst>
          </p:cNvPr>
          <p:cNvPicPr>
            <a:picLocks noChangeAspect="1"/>
          </p:cNvPicPr>
          <p:nvPr/>
        </p:nvPicPr>
        <p:blipFill>
          <a:blip r:embed="rId3"/>
          <a:stretch>
            <a:fillRect/>
          </a:stretch>
        </p:blipFill>
        <p:spPr>
          <a:xfrm>
            <a:off x="3651611" y="4038167"/>
            <a:ext cx="657835" cy="659534"/>
          </a:xfrm>
          <a:prstGeom prst="rect">
            <a:avLst/>
          </a:prstGeom>
        </p:spPr>
      </p:pic>
      <p:pic>
        <p:nvPicPr>
          <p:cNvPr id="51" name="图片 50">
            <a:extLst>
              <a:ext uri="{FF2B5EF4-FFF2-40B4-BE49-F238E27FC236}">
                <a16:creationId xmlns:a16="http://schemas.microsoft.com/office/drawing/2014/main" id="{B758C5E6-8C58-4865-B6E0-820807F85845}"/>
              </a:ext>
            </a:extLst>
          </p:cNvPr>
          <p:cNvPicPr>
            <a:picLocks noChangeAspect="1"/>
          </p:cNvPicPr>
          <p:nvPr/>
        </p:nvPicPr>
        <p:blipFill>
          <a:blip r:embed="rId4"/>
          <a:stretch>
            <a:fillRect/>
          </a:stretch>
        </p:blipFill>
        <p:spPr>
          <a:xfrm>
            <a:off x="4728157" y="4038999"/>
            <a:ext cx="657835" cy="659534"/>
          </a:xfrm>
          <a:prstGeom prst="rect">
            <a:avLst/>
          </a:prstGeom>
        </p:spPr>
      </p:pic>
      <p:pic>
        <p:nvPicPr>
          <p:cNvPr id="52" name="图片 51">
            <a:extLst>
              <a:ext uri="{FF2B5EF4-FFF2-40B4-BE49-F238E27FC236}">
                <a16:creationId xmlns:a16="http://schemas.microsoft.com/office/drawing/2014/main" id="{A0573B82-458B-478A-AF4E-4B2B2016895C}"/>
              </a:ext>
            </a:extLst>
          </p:cNvPr>
          <p:cNvPicPr>
            <a:picLocks noChangeAspect="1"/>
          </p:cNvPicPr>
          <p:nvPr/>
        </p:nvPicPr>
        <p:blipFill>
          <a:blip r:embed="rId6"/>
          <a:stretch>
            <a:fillRect/>
          </a:stretch>
        </p:blipFill>
        <p:spPr>
          <a:xfrm>
            <a:off x="5823607" y="4033517"/>
            <a:ext cx="657835" cy="659534"/>
          </a:xfrm>
          <a:prstGeom prst="rect">
            <a:avLst/>
          </a:prstGeom>
        </p:spPr>
      </p:pic>
      <p:pic>
        <p:nvPicPr>
          <p:cNvPr id="53" name="图片 52">
            <a:extLst>
              <a:ext uri="{FF2B5EF4-FFF2-40B4-BE49-F238E27FC236}">
                <a16:creationId xmlns:a16="http://schemas.microsoft.com/office/drawing/2014/main" id="{FE73F9A8-C0C8-4197-BBD1-3910C9596BC2}"/>
              </a:ext>
            </a:extLst>
          </p:cNvPr>
          <p:cNvPicPr>
            <a:picLocks noChangeAspect="1"/>
          </p:cNvPicPr>
          <p:nvPr/>
        </p:nvPicPr>
        <p:blipFill>
          <a:blip r:embed="rId10"/>
          <a:stretch>
            <a:fillRect/>
          </a:stretch>
        </p:blipFill>
        <p:spPr>
          <a:xfrm>
            <a:off x="4291961" y="4069410"/>
            <a:ext cx="496875" cy="547974"/>
          </a:xfrm>
          <a:prstGeom prst="rect">
            <a:avLst/>
          </a:prstGeom>
        </p:spPr>
      </p:pic>
      <p:pic>
        <p:nvPicPr>
          <p:cNvPr id="54" name="图片 53">
            <a:extLst>
              <a:ext uri="{FF2B5EF4-FFF2-40B4-BE49-F238E27FC236}">
                <a16:creationId xmlns:a16="http://schemas.microsoft.com/office/drawing/2014/main" id="{16A8CC75-E4F8-4BE0-B049-45F47D113CF7}"/>
              </a:ext>
            </a:extLst>
          </p:cNvPr>
          <p:cNvPicPr>
            <a:picLocks noChangeAspect="1"/>
          </p:cNvPicPr>
          <p:nvPr/>
        </p:nvPicPr>
        <p:blipFill>
          <a:blip r:embed="rId10"/>
          <a:stretch>
            <a:fillRect/>
          </a:stretch>
        </p:blipFill>
        <p:spPr>
          <a:xfrm>
            <a:off x="5356362" y="4069410"/>
            <a:ext cx="496875" cy="547974"/>
          </a:xfrm>
          <a:prstGeom prst="rect">
            <a:avLst/>
          </a:prstGeom>
        </p:spPr>
      </p:pic>
      <p:sp>
        <p:nvSpPr>
          <p:cNvPr id="55" name="矩形 54">
            <a:extLst>
              <a:ext uri="{FF2B5EF4-FFF2-40B4-BE49-F238E27FC236}">
                <a16:creationId xmlns:a16="http://schemas.microsoft.com/office/drawing/2014/main" id="{08CEA8FD-E86A-45E6-A5E5-AEAB3998BD31}"/>
              </a:ext>
            </a:extLst>
          </p:cNvPr>
          <p:cNvSpPr/>
          <p:nvPr/>
        </p:nvSpPr>
        <p:spPr>
          <a:xfrm>
            <a:off x="931872" y="5120536"/>
            <a:ext cx="1184940" cy="416909"/>
          </a:xfrm>
          <a:prstGeom prst="rect">
            <a:avLst/>
          </a:prstGeom>
        </p:spPr>
        <p:txBody>
          <a:bodyPr wrap="square">
            <a:spAutoFit/>
          </a:bodyPr>
          <a:lstStyle/>
          <a:p>
            <a:pPr algn="ctr">
              <a:lnSpc>
                <a:spcPct val="130000"/>
              </a:lnSpc>
            </a:pPr>
            <a:r>
              <a:rPr lang="en-US" altLang="zh-CN" b="1" dirty="0" err="1"/>
              <a:t>MaxSAT</a:t>
            </a:r>
            <a:endParaRPr lang="zh-CN" altLang="en-US" b="1" dirty="0">
              <a:latin typeface="+mn-ea"/>
            </a:endParaRPr>
          </a:p>
        </p:txBody>
      </p:sp>
      <p:pic>
        <p:nvPicPr>
          <p:cNvPr id="58" name="图片 57">
            <a:extLst>
              <a:ext uri="{FF2B5EF4-FFF2-40B4-BE49-F238E27FC236}">
                <a16:creationId xmlns:a16="http://schemas.microsoft.com/office/drawing/2014/main" id="{1A958AE1-9AAB-4C5D-9EC0-22E9793E03A6}"/>
              </a:ext>
            </a:extLst>
          </p:cNvPr>
          <p:cNvPicPr>
            <a:picLocks noChangeAspect="1"/>
          </p:cNvPicPr>
          <p:nvPr/>
        </p:nvPicPr>
        <p:blipFill>
          <a:blip r:embed="rId8"/>
          <a:stretch>
            <a:fillRect/>
          </a:stretch>
        </p:blipFill>
        <p:spPr>
          <a:xfrm>
            <a:off x="3653060" y="4991677"/>
            <a:ext cx="657835" cy="659534"/>
          </a:xfrm>
          <a:prstGeom prst="rect">
            <a:avLst/>
          </a:prstGeom>
        </p:spPr>
      </p:pic>
      <p:pic>
        <p:nvPicPr>
          <p:cNvPr id="59" name="图片 58">
            <a:extLst>
              <a:ext uri="{FF2B5EF4-FFF2-40B4-BE49-F238E27FC236}">
                <a16:creationId xmlns:a16="http://schemas.microsoft.com/office/drawing/2014/main" id="{334F1A39-04BC-45FD-AD1C-DE6F5EEC63CD}"/>
              </a:ext>
            </a:extLst>
          </p:cNvPr>
          <p:cNvPicPr>
            <a:picLocks noChangeAspect="1"/>
          </p:cNvPicPr>
          <p:nvPr/>
        </p:nvPicPr>
        <p:blipFill>
          <a:blip r:embed="rId11"/>
          <a:stretch>
            <a:fillRect/>
          </a:stretch>
        </p:blipFill>
        <p:spPr>
          <a:xfrm>
            <a:off x="4698527" y="4999224"/>
            <a:ext cx="657835" cy="659534"/>
          </a:xfrm>
          <a:prstGeom prst="rect">
            <a:avLst/>
          </a:prstGeom>
        </p:spPr>
      </p:pic>
      <p:pic>
        <p:nvPicPr>
          <p:cNvPr id="60" name="图片 59">
            <a:extLst>
              <a:ext uri="{FF2B5EF4-FFF2-40B4-BE49-F238E27FC236}">
                <a16:creationId xmlns:a16="http://schemas.microsoft.com/office/drawing/2014/main" id="{49367058-73CB-488A-8043-1E2063D79D63}"/>
              </a:ext>
            </a:extLst>
          </p:cNvPr>
          <p:cNvPicPr>
            <a:picLocks noChangeAspect="1"/>
          </p:cNvPicPr>
          <p:nvPr/>
        </p:nvPicPr>
        <p:blipFill>
          <a:blip r:embed="rId12"/>
          <a:stretch>
            <a:fillRect/>
          </a:stretch>
        </p:blipFill>
        <p:spPr>
          <a:xfrm>
            <a:off x="3659396" y="5730405"/>
            <a:ext cx="657836" cy="659535"/>
          </a:xfrm>
          <a:prstGeom prst="rect">
            <a:avLst/>
          </a:prstGeom>
        </p:spPr>
      </p:pic>
      <p:pic>
        <p:nvPicPr>
          <p:cNvPr id="62" name="图片 61">
            <a:extLst>
              <a:ext uri="{FF2B5EF4-FFF2-40B4-BE49-F238E27FC236}">
                <a16:creationId xmlns:a16="http://schemas.microsoft.com/office/drawing/2014/main" id="{956F94F9-CD19-419D-8FDD-A938FB17CC76}"/>
              </a:ext>
            </a:extLst>
          </p:cNvPr>
          <p:cNvPicPr>
            <a:picLocks noChangeAspect="1"/>
          </p:cNvPicPr>
          <p:nvPr/>
        </p:nvPicPr>
        <p:blipFill>
          <a:blip r:embed="rId13"/>
          <a:stretch>
            <a:fillRect/>
          </a:stretch>
        </p:blipFill>
        <p:spPr>
          <a:xfrm>
            <a:off x="4272907" y="5043238"/>
            <a:ext cx="496875" cy="547974"/>
          </a:xfrm>
          <a:prstGeom prst="rect">
            <a:avLst/>
          </a:prstGeom>
        </p:spPr>
      </p:pic>
      <p:sp>
        <p:nvSpPr>
          <p:cNvPr id="63" name="矩形 62">
            <a:extLst>
              <a:ext uri="{FF2B5EF4-FFF2-40B4-BE49-F238E27FC236}">
                <a16:creationId xmlns:a16="http://schemas.microsoft.com/office/drawing/2014/main" id="{9A77B9BA-EBBC-44A7-8321-2F957B64CFC9}"/>
              </a:ext>
            </a:extLst>
          </p:cNvPr>
          <p:cNvSpPr/>
          <p:nvPr/>
        </p:nvSpPr>
        <p:spPr>
          <a:xfrm>
            <a:off x="1017018" y="3268245"/>
            <a:ext cx="877163" cy="417358"/>
          </a:xfrm>
          <a:prstGeom prst="rect">
            <a:avLst/>
          </a:prstGeom>
        </p:spPr>
        <p:txBody>
          <a:bodyPr wrap="none">
            <a:spAutoFit/>
          </a:bodyPr>
          <a:lstStyle/>
          <a:p>
            <a:pPr algn="ctr">
              <a:lnSpc>
                <a:spcPct val="130000"/>
              </a:lnSpc>
            </a:pPr>
            <a:r>
              <a:rPr lang="zh-CN" altLang="en-US" b="1" dirty="0"/>
              <a:t>硬子句</a:t>
            </a:r>
            <a:endParaRPr lang="zh-CN" altLang="en-US" b="1" dirty="0">
              <a:latin typeface="+mn-ea"/>
            </a:endParaRPr>
          </a:p>
        </p:txBody>
      </p:sp>
      <p:sp>
        <p:nvSpPr>
          <p:cNvPr id="64" name="矩形 63">
            <a:extLst>
              <a:ext uri="{FF2B5EF4-FFF2-40B4-BE49-F238E27FC236}">
                <a16:creationId xmlns:a16="http://schemas.microsoft.com/office/drawing/2014/main" id="{63638611-A0A5-4737-9A6F-50138576682C}"/>
              </a:ext>
            </a:extLst>
          </p:cNvPr>
          <p:cNvSpPr/>
          <p:nvPr/>
        </p:nvSpPr>
        <p:spPr>
          <a:xfrm>
            <a:off x="1017019" y="4134718"/>
            <a:ext cx="877163" cy="417358"/>
          </a:xfrm>
          <a:prstGeom prst="rect">
            <a:avLst/>
          </a:prstGeom>
        </p:spPr>
        <p:txBody>
          <a:bodyPr wrap="none">
            <a:spAutoFit/>
          </a:bodyPr>
          <a:lstStyle/>
          <a:p>
            <a:pPr algn="ctr">
              <a:lnSpc>
                <a:spcPct val="130000"/>
              </a:lnSpc>
            </a:pPr>
            <a:r>
              <a:rPr lang="zh-CN" altLang="en-US" b="1" dirty="0"/>
              <a:t>软子句</a:t>
            </a:r>
            <a:endParaRPr lang="zh-CN" altLang="en-US" b="1" dirty="0">
              <a:latin typeface="+mn-ea"/>
            </a:endParaRPr>
          </a:p>
        </p:txBody>
      </p:sp>
      <p:pic>
        <p:nvPicPr>
          <p:cNvPr id="65" name="图片 64">
            <a:extLst>
              <a:ext uri="{FF2B5EF4-FFF2-40B4-BE49-F238E27FC236}">
                <a16:creationId xmlns:a16="http://schemas.microsoft.com/office/drawing/2014/main" id="{C029F8F1-72F5-4D2B-9174-713E9C6DD7D4}"/>
              </a:ext>
            </a:extLst>
          </p:cNvPr>
          <p:cNvPicPr>
            <a:picLocks noChangeAspect="1"/>
          </p:cNvPicPr>
          <p:nvPr/>
        </p:nvPicPr>
        <p:blipFill>
          <a:blip r:embed="rId14"/>
          <a:stretch>
            <a:fillRect/>
          </a:stretch>
        </p:blipFill>
        <p:spPr>
          <a:xfrm>
            <a:off x="6926940" y="4054635"/>
            <a:ext cx="657836" cy="659535"/>
          </a:xfrm>
          <a:prstGeom prst="rect">
            <a:avLst/>
          </a:prstGeom>
        </p:spPr>
      </p:pic>
      <p:pic>
        <p:nvPicPr>
          <p:cNvPr id="66" name="图片 65">
            <a:extLst>
              <a:ext uri="{FF2B5EF4-FFF2-40B4-BE49-F238E27FC236}">
                <a16:creationId xmlns:a16="http://schemas.microsoft.com/office/drawing/2014/main" id="{8902ACF8-9C8A-46EF-A7A2-7391DB858F09}"/>
              </a:ext>
            </a:extLst>
          </p:cNvPr>
          <p:cNvPicPr>
            <a:picLocks noChangeAspect="1"/>
          </p:cNvPicPr>
          <p:nvPr/>
        </p:nvPicPr>
        <p:blipFill>
          <a:blip r:embed="rId9"/>
          <a:stretch>
            <a:fillRect/>
          </a:stretch>
        </p:blipFill>
        <p:spPr>
          <a:xfrm>
            <a:off x="7463841" y="3957788"/>
            <a:ext cx="657835" cy="858443"/>
          </a:xfrm>
          <a:prstGeom prst="rect">
            <a:avLst/>
          </a:prstGeom>
        </p:spPr>
      </p:pic>
      <p:pic>
        <p:nvPicPr>
          <p:cNvPr id="67" name="图片 66">
            <a:extLst>
              <a:ext uri="{FF2B5EF4-FFF2-40B4-BE49-F238E27FC236}">
                <a16:creationId xmlns:a16="http://schemas.microsoft.com/office/drawing/2014/main" id="{D8C4CFA4-6DF6-488E-927F-ACB2B5D334CB}"/>
              </a:ext>
            </a:extLst>
          </p:cNvPr>
          <p:cNvPicPr>
            <a:picLocks noChangeAspect="1"/>
          </p:cNvPicPr>
          <p:nvPr/>
        </p:nvPicPr>
        <p:blipFill>
          <a:blip r:embed="rId5"/>
          <a:stretch>
            <a:fillRect/>
          </a:stretch>
        </p:blipFill>
        <p:spPr>
          <a:xfrm>
            <a:off x="8019725" y="4038963"/>
            <a:ext cx="657835" cy="659534"/>
          </a:xfrm>
          <a:prstGeom prst="rect">
            <a:avLst/>
          </a:prstGeom>
        </p:spPr>
      </p:pic>
      <p:pic>
        <p:nvPicPr>
          <p:cNvPr id="68" name="图片 67">
            <a:extLst>
              <a:ext uri="{FF2B5EF4-FFF2-40B4-BE49-F238E27FC236}">
                <a16:creationId xmlns:a16="http://schemas.microsoft.com/office/drawing/2014/main" id="{2427BBD5-DB62-42A3-A09F-E1C35DDA697F}"/>
              </a:ext>
            </a:extLst>
          </p:cNvPr>
          <p:cNvPicPr>
            <a:picLocks noChangeAspect="1"/>
          </p:cNvPicPr>
          <p:nvPr/>
        </p:nvPicPr>
        <p:blipFill>
          <a:blip r:embed="rId7"/>
          <a:stretch>
            <a:fillRect/>
          </a:stretch>
        </p:blipFill>
        <p:spPr>
          <a:xfrm>
            <a:off x="9216987" y="4033517"/>
            <a:ext cx="657835" cy="659534"/>
          </a:xfrm>
          <a:prstGeom prst="rect">
            <a:avLst/>
          </a:prstGeom>
        </p:spPr>
      </p:pic>
      <p:pic>
        <p:nvPicPr>
          <p:cNvPr id="69" name="图片 68">
            <a:extLst>
              <a:ext uri="{FF2B5EF4-FFF2-40B4-BE49-F238E27FC236}">
                <a16:creationId xmlns:a16="http://schemas.microsoft.com/office/drawing/2014/main" id="{0EB761CA-2622-46E0-A7BD-57AE9A2161D4}"/>
              </a:ext>
            </a:extLst>
          </p:cNvPr>
          <p:cNvPicPr>
            <a:picLocks noChangeAspect="1"/>
          </p:cNvPicPr>
          <p:nvPr/>
        </p:nvPicPr>
        <p:blipFill>
          <a:blip r:embed="rId10"/>
          <a:stretch>
            <a:fillRect/>
          </a:stretch>
        </p:blipFill>
        <p:spPr>
          <a:xfrm>
            <a:off x="8719506" y="4089297"/>
            <a:ext cx="496875" cy="547974"/>
          </a:xfrm>
          <a:prstGeom prst="rect">
            <a:avLst/>
          </a:prstGeom>
        </p:spPr>
      </p:pic>
      <p:pic>
        <p:nvPicPr>
          <p:cNvPr id="71" name="图片 70">
            <a:extLst>
              <a:ext uri="{FF2B5EF4-FFF2-40B4-BE49-F238E27FC236}">
                <a16:creationId xmlns:a16="http://schemas.microsoft.com/office/drawing/2014/main" id="{CDC74A37-9410-4E4D-A11E-16C710E0DD42}"/>
              </a:ext>
            </a:extLst>
          </p:cNvPr>
          <p:cNvPicPr>
            <a:picLocks noChangeAspect="1"/>
          </p:cNvPicPr>
          <p:nvPr/>
        </p:nvPicPr>
        <p:blipFill>
          <a:blip r:embed="rId14"/>
          <a:stretch>
            <a:fillRect/>
          </a:stretch>
        </p:blipFill>
        <p:spPr>
          <a:xfrm>
            <a:off x="4693917" y="5730405"/>
            <a:ext cx="657836" cy="659535"/>
          </a:xfrm>
          <a:prstGeom prst="rect">
            <a:avLst/>
          </a:prstGeom>
        </p:spPr>
      </p:pic>
      <p:sp>
        <p:nvSpPr>
          <p:cNvPr id="6" name="文本框 5">
            <a:extLst>
              <a:ext uri="{FF2B5EF4-FFF2-40B4-BE49-F238E27FC236}">
                <a16:creationId xmlns:a16="http://schemas.microsoft.com/office/drawing/2014/main" id="{C2631C74-642A-49E9-B6C5-D7CD138BE91C}"/>
              </a:ext>
            </a:extLst>
          </p:cNvPr>
          <p:cNvSpPr txBox="1"/>
          <p:nvPr/>
        </p:nvSpPr>
        <p:spPr>
          <a:xfrm>
            <a:off x="4328163" y="5797951"/>
            <a:ext cx="365754" cy="400110"/>
          </a:xfrm>
          <a:prstGeom prst="rect">
            <a:avLst/>
          </a:prstGeom>
          <a:noFill/>
        </p:spPr>
        <p:txBody>
          <a:bodyPr wrap="square" rtlCol="0">
            <a:spAutoFit/>
          </a:bodyPr>
          <a:lstStyle/>
          <a:p>
            <a:r>
              <a:rPr lang="en-US" altLang="zh-CN" sz="2000" dirty="0">
                <a:solidFill>
                  <a:srgbClr val="4672C4"/>
                </a:solidFill>
                <a:latin typeface="Times New Roman" panose="02020603050405020304" pitchFamily="18" charset="0"/>
                <a:cs typeface="Times New Roman" panose="02020603050405020304" pitchFamily="18" charset="0"/>
              </a:rPr>
              <a:t>+</a:t>
            </a:r>
            <a:endParaRPr lang="zh-CN" altLang="en-US" sz="2000" dirty="0">
              <a:solidFill>
                <a:srgbClr val="4672C4"/>
              </a:solidFill>
              <a:latin typeface="Times New Roman" panose="02020603050405020304" pitchFamily="18" charset="0"/>
              <a:cs typeface="Times New Roman" panose="02020603050405020304" pitchFamily="18" charset="0"/>
            </a:endParaRPr>
          </a:p>
        </p:txBody>
      </p:sp>
      <p:sp>
        <p:nvSpPr>
          <p:cNvPr id="74" name="文本框 73">
            <a:extLst>
              <a:ext uri="{FF2B5EF4-FFF2-40B4-BE49-F238E27FC236}">
                <a16:creationId xmlns:a16="http://schemas.microsoft.com/office/drawing/2014/main" id="{EDA382CE-3C7E-4283-A684-0D0C53AAE96B}"/>
              </a:ext>
            </a:extLst>
          </p:cNvPr>
          <p:cNvSpPr txBox="1"/>
          <p:nvPr/>
        </p:nvSpPr>
        <p:spPr>
          <a:xfrm>
            <a:off x="2561811" y="5839909"/>
            <a:ext cx="657836" cy="400110"/>
          </a:xfrm>
          <a:prstGeom prst="rect">
            <a:avLst/>
          </a:prstGeom>
          <a:noFill/>
        </p:spPr>
        <p:txBody>
          <a:bodyPr wrap="square" rtlCol="0">
            <a:spAutoFit/>
          </a:bodyPr>
          <a:lstStyle/>
          <a:p>
            <a:r>
              <a:rPr lang="en-US" altLang="zh-CN" sz="2000" dirty="0">
                <a:solidFill>
                  <a:srgbClr val="4672C4"/>
                </a:solidFill>
                <a:latin typeface="Times New Roman" panose="02020603050405020304" pitchFamily="18" charset="0"/>
                <a:cs typeface="Times New Roman" panose="02020603050405020304" pitchFamily="18" charset="0"/>
              </a:rPr>
              <a:t>max</a:t>
            </a:r>
            <a:endParaRPr lang="zh-CN" altLang="en-US" sz="2000" dirty="0">
              <a:solidFill>
                <a:srgbClr val="4672C4"/>
              </a:solidFill>
              <a:latin typeface="Times New Roman" panose="02020603050405020304" pitchFamily="18" charset="0"/>
              <a:cs typeface="Times New Roman" panose="02020603050405020304" pitchFamily="18" charset="0"/>
            </a:endParaRPr>
          </a:p>
        </p:txBody>
      </p:sp>
      <p:sp>
        <p:nvSpPr>
          <p:cNvPr id="75" name="文本框 74">
            <a:extLst>
              <a:ext uri="{FF2B5EF4-FFF2-40B4-BE49-F238E27FC236}">
                <a16:creationId xmlns:a16="http://schemas.microsoft.com/office/drawing/2014/main" id="{030A12DC-E806-4660-BB06-111C9628EDCB}"/>
              </a:ext>
            </a:extLst>
          </p:cNvPr>
          <p:cNvSpPr txBox="1"/>
          <p:nvPr/>
        </p:nvSpPr>
        <p:spPr>
          <a:xfrm>
            <a:off x="2363625" y="5117170"/>
            <a:ext cx="1184940" cy="400110"/>
          </a:xfrm>
          <a:prstGeom prst="rect">
            <a:avLst/>
          </a:prstGeom>
          <a:noFill/>
        </p:spPr>
        <p:txBody>
          <a:bodyPr wrap="square" rtlCol="0">
            <a:spAutoFit/>
          </a:bodyPr>
          <a:lstStyle/>
          <a:p>
            <a:r>
              <a:rPr lang="en-US" altLang="zh-CN" sz="2000" dirty="0">
                <a:solidFill>
                  <a:srgbClr val="4672C4"/>
                </a:solidFill>
                <a:latin typeface="Times New Roman" panose="02020603050405020304" pitchFamily="18" charset="0"/>
                <a:cs typeface="Times New Roman" panose="02020603050405020304" pitchFamily="18" charset="0"/>
              </a:rPr>
              <a:t>satisfied</a:t>
            </a:r>
            <a:endParaRPr lang="zh-CN" altLang="en-US" sz="2000" dirty="0">
              <a:solidFill>
                <a:srgbClr val="4672C4"/>
              </a:solidFill>
              <a:latin typeface="Times New Roman" panose="02020603050405020304" pitchFamily="18" charset="0"/>
              <a:cs typeface="Times New Roman" panose="02020603050405020304" pitchFamily="18" charset="0"/>
            </a:endParaRPr>
          </a:p>
        </p:txBody>
      </p:sp>
      <p:sp>
        <p:nvSpPr>
          <p:cNvPr id="79" name="矩形 78">
            <a:extLst>
              <a:ext uri="{FF2B5EF4-FFF2-40B4-BE49-F238E27FC236}">
                <a16:creationId xmlns:a16="http://schemas.microsoft.com/office/drawing/2014/main" id="{75B93B84-83C7-411F-AE24-5B9060C97BB4}"/>
              </a:ext>
            </a:extLst>
          </p:cNvPr>
          <p:cNvSpPr/>
          <p:nvPr/>
        </p:nvSpPr>
        <p:spPr>
          <a:xfrm>
            <a:off x="1236522" y="446190"/>
            <a:ext cx="697627" cy="400110"/>
          </a:xfrm>
          <a:prstGeom prst="rect">
            <a:avLst/>
          </a:prstGeom>
        </p:spPr>
        <p:txBody>
          <a:bodyPr wrap="none">
            <a:noAutofit/>
          </a:bodyPr>
          <a:lstStyle/>
          <a:p>
            <a:endParaRPr lang="zh-CN" altLang="en-US" sz="2000" dirty="0">
              <a:solidFill>
                <a:schemeClr val="bg1"/>
              </a:solidFill>
              <a:latin typeface="+mn-ea"/>
            </a:endParaRPr>
          </a:p>
        </p:txBody>
      </p:sp>
      <p:sp>
        <p:nvSpPr>
          <p:cNvPr id="80" name="矩形 79">
            <a:extLst>
              <a:ext uri="{FF2B5EF4-FFF2-40B4-BE49-F238E27FC236}">
                <a16:creationId xmlns:a16="http://schemas.microsoft.com/office/drawing/2014/main" id="{50399A52-56DA-464A-B4AA-8CE70B861B39}"/>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lumMod val="50000"/>
                  </a:schemeClr>
                </a:solidFill>
                <a:latin typeface="+mn-ea"/>
              </a:rPr>
              <a:t>研究背景</a:t>
            </a:r>
          </a:p>
        </p:txBody>
      </p:sp>
      <p:sp>
        <p:nvSpPr>
          <p:cNvPr id="81" name="矩形 80">
            <a:extLst>
              <a:ext uri="{FF2B5EF4-FFF2-40B4-BE49-F238E27FC236}">
                <a16:creationId xmlns:a16="http://schemas.microsoft.com/office/drawing/2014/main" id="{E8EDEC21-B577-4FDE-B129-C81D5E565891}"/>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lumMod val="50000"/>
                  </a:schemeClr>
                </a:solidFill>
                <a:latin typeface="+mn-ea"/>
              </a:rPr>
              <a:t>研究内容</a:t>
            </a:r>
          </a:p>
        </p:txBody>
      </p:sp>
      <p:sp>
        <p:nvSpPr>
          <p:cNvPr id="82" name="矩形 81">
            <a:extLst>
              <a:ext uri="{FF2B5EF4-FFF2-40B4-BE49-F238E27FC236}">
                <a16:creationId xmlns:a16="http://schemas.microsoft.com/office/drawing/2014/main" id="{EE199A26-F947-4625-A908-2D924C1DC86B}"/>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lumMod val="50000"/>
                  </a:schemeClr>
                </a:solidFill>
                <a:latin typeface="+mn-ea"/>
              </a:rPr>
              <a:t>研究方案</a:t>
            </a:r>
          </a:p>
        </p:txBody>
      </p:sp>
      <p:sp>
        <p:nvSpPr>
          <p:cNvPr id="83" name="矩形 82">
            <a:extLst>
              <a:ext uri="{FF2B5EF4-FFF2-40B4-BE49-F238E27FC236}">
                <a16:creationId xmlns:a16="http://schemas.microsoft.com/office/drawing/2014/main" id="{2FF7B841-975A-478E-A5E2-A7E21E09E507}"/>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84" name="直接连接符 83">
            <a:extLst>
              <a:ext uri="{FF2B5EF4-FFF2-40B4-BE49-F238E27FC236}">
                <a16:creationId xmlns:a16="http://schemas.microsoft.com/office/drawing/2014/main" id="{F69D7FB5-7AEF-4445-B133-B7C7DF21785C}"/>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AC911012-B8A8-49FC-A4B5-DFC77D864921}"/>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4E635EF8-7BDA-4992-8D6C-44CDA1CA8AD5}"/>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3D019DD5-916E-4456-9930-C8CC695B65E9}"/>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8BA670E7-3DAA-4733-9418-900F9615F901}"/>
              </a:ext>
            </a:extLst>
          </p:cNvPr>
          <p:cNvSpPr/>
          <p:nvPr/>
        </p:nvSpPr>
        <p:spPr>
          <a:xfrm>
            <a:off x="1475295" y="446190"/>
            <a:ext cx="1467068" cy="400110"/>
          </a:xfrm>
          <a:prstGeom prst="rect">
            <a:avLst/>
          </a:prstGeom>
        </p:spPr>
        <p:txBody>
          <a:bodyPr wrap="none">
            <a:noAutofit/>
          </a:bodyPr>
          <a:lstStyle/>
          <a:p>
            <a:r>
              <a:rPr lang="zh-CN" altLang="en-US" sz="2000" dirty="0">
                <a:solidFill>
                  <a:schemeClr val="bg1"/>
                </a:solidFill>
                <a:latin typeface="+mn-ea"/>
              </a:rPr>
              <a:t>研究课题</a:t>
            </a:r>
          </a:p>
        </p:txBody>
      </p:sp>
    </p:spTree>
    <p:extLst>
      <p:ext uri="{BB962C8B-B14F-4D97-AF65-F5344CB8AC3E}">
        <p14:creationId xmlns:p14="http://schemas.microsoft.com/office/powerpoint/2010/main" val="3617244405"/>
      </p:ext>
    </p:extLst>
  </p:cSld>
  <p:clrMapOvr>
    <a:masterClrMapping/>
  </p:clrMapOvr>
  <mc:AlternateContent xmlns:mc="http://schemas.openxmlformats.org/markup-compatibility/2006" xmlns:p14="http://schemas.microsoft.com/office/powerpoint/2010/main">
    <mc:Choice Requires="p14">
      <p:transition p14:dur="10" advClick="0" advTm="3000"/>
    </mc:Choice>
    <mc:Fallback xmlns="">
      <p:transition advClick="0"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5B4A5D80-3A93-4BFE-A68C-6EE605F6B18A}"/>
              </a:ext>
            </a:extLst>
          </p:cNvPr>
          <p:cNvSpPr>
            <a:spLocks noGrp="1"/>
          </p:cNvSpPr>
          <p:nvPr>
            <p:ph type="body" sz="quarter" idx="10"/>
          </p:nvPr>
        </p:nvSpPr>
        <p:spPr/>
        <p:txBody>
          <a:bodyPr>
            <a:noAutofit/>
          </a:bodyPr>
          <a:lstStyle/>
          <a:p>
            <a:r>
              <a:rPr lang="en-US" altLang="zh-CN" dirty="0"/>
              <a:t>02 </a:t>
            </a:r>
            <a:r>
              <a:rPr lang="zh-CN" altLang="en-US" dirty="0"/>
              <a:t>研究背景</a:t>
            </a:r>
          </a:p>
        </p:txBody>
      </p:sp>
    </p:spTree>
    <p:extLst>
      <p:ext uri="{BB962C8B-B14F-4D97-AF65-F5344CB8AC3E}">
        <p14:creationId xmlns:p14="http://schemas.microsoft.com/office/powerpoint/2010/main" val="2159091536"/>
      </p:ext>
    </p:extLst>
  </p:cSld>
  <p:clrMapOvr>
    <a:masterClrMapping/>
  </p:clrMapOvr>
  <p:transition spd="slow" advClick="0" advTm="30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a:extLst>
              <a:ext uri="{FF2B5EF4-FFF2-40B4-BE49-F238E27FC236}">
                <a16:creationId xmlns:a16="http://schemas.microsoft.com/office/drawing/2014/main" id="{06B9AC1D-F1B0-4F72-B176-AA977C5FC305}"/>
              </a:ext>
            </a:extLst>
          </p:cNvPr>
          <p:cNvCxnSpPr>
            <a:cxnSpLocks/>
          </p:cNvCxnSpPr>
          <p:nvPr/>
        </p:nvCxnSpPr>
        <p:spPr>
          <a:xfrm>
            <a:off x="6008345" y="2877787"/>
            <a:ext cx="0" cy="2525485"/>
          </a:xfrm>
          <a:prstGeom prst="line">
            <a:avLst/>
          </a:prstGeom>
          <a:ln w="25400">
            <a:gradFill>
              <a:gsLst>
                <a:gs pos="0">
                  <a:schemeClr val="accent1">
                    <a:lumMod val="60000"/>
                    <a:lumOff val="40000"/>
                    <a:alpha val="0"/>
                  </a:schemeClr>
                </a:gs>
                <a:gs pos="52000">
                  <a:schemeClr val="accent1"/>
                </a:gs>
                <a:gs pos="100000">
                  <a:schemeClr val="accent1">
                    <a:lumMod val="60000"/>
                    <a:lumOff val="40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5EF9FADA-4384-4A7F-AE63-46D157FDA7CD}"/>
              </a:ext>
            </a:extLst>
          </p:cNvPr>
          <p:cNvSpPr/>
          <p:nvPr/>
        </p:nvSpPr>
        <p:spPr>
          <a:xfrm>
            <a:off x="1148085" y="2589459"/>
            <a:ext cx="4500876" cy="3621379"/>
          </a:xfrm>
          <a:prstGeom prst="rect">
            <a:avLst/>
          </a:prstGeom>
        </p:spPr>
        <p:txBody>
          <a:bodyPr wrap="square">
            <a:noAutofit/>
          </a:bodyPr>
          <a:lstStyle/>
          <a:p>
            <a:pPr>
              <a:lnSpc>
                <a:spcPct val="150000"/>
              </a:lnSpc>
            </a:pPr>
            <a:r>
              <a:rPr lang="en-US" altLang="zh-CN" dirty="0" err="1"/>
              <a:t>MaxSAT</a:t>
            </a:r>
            <a:r>
              <a:rPr lang="en-US" altLang="zh-CN" dirty="0"/>
              <a:t> </a:t>
            </a:r>
            <a:r>
              <a:rPr lang="zh-CN" altLang="en-US" dirty="0"/>
              <a:t>的研究可追溯到 </a:t>
            </a:r>
            <a:r>
              <a:rPr lang="en-US" altLang="zh-CN" dirty="0"/>
              <a:t>20 </a:t>
            </a:r>
            <a:r>
              <a:rPr lang="zh-CN" altLang="en-US" dirty="0"/>
              <a:t>世纪 </a:t>
            </a:r>
            <a:r>
              <a:rPr lang="en-US" altLang="zh-CN" dirty="0"/>
              <a:t>70 </a:t>
            </a:r>
            <a:r>
              <a:rPr lang="zh-CN" altLang="en-US" dirty="0"/>
              <a:t>年代，至今所研究的算法主要分为</a:t>
            </a:r>
            <a:r>
              <a:rPr lang="zh-CN" altLang="en-US" b="1" dirty="0"/>
              <a:t>完备算法和非完备算法</a:t>
            </a:r>
            <a:r>
              <a:rPr lang="zh-CN" altLang="en-US" dirty="0"/>
              <a:t>两类。</a:t>
            </a:r>
            <a:r>
              <a:rPr lang="zh-CN" altLang="zh-CN" dirty="0"/>
              <a:t>近年来，随着实际问题规模的持续增大与应用需求的日益迫切，如何构建高效、可扩展且具备理论完备性的</a:t>
            </a:r>
            <a:r>
              <a:rPr lang="en-US" altLang="zh-CN" dirty="0" err="1"/>
              <a:t>MaxSAT</a:t>
            </a:r>
            <a:r>
              <a:rPr lang="en-US" altLang="zh-CN" dirty="0"/>
              <a:t> </a:t>
            </a:r>
            <a:r>
              <a:rPr lang="zh-CN" altLang="zh-CN" dirty="0"/>
              <a:t>求解器成为研究热点。随着硬件算力的提升和实际问题规模的不断增大，对高效</a:t>
            </a:r>
            <a:r>
              <a:rPr lang="en-US" altLang="zh-CN" dirty="0" err="1"/>
              <a:t>MaxSAT</a:t>
            </a:r>
            <a:r>
              <a:rPr lang="zh-CN" altLang="zh-CN" dirty="0"/>
              <a:t>求解器的需求日益迫切。</a:t>
            </a:r>
            <a:endParaRPr lang="zh-CN" altLang="en-US" dirty="0"/>
          </a:p>
        </p:txBody>
      </p:sp>
      <p:sp>
        <p:nvSpPr>
          <p:cNvPr id="30" name="矩形: 对角圆角 29">
            <a:extLst>
              <a:ext uri="{FF2B5EF4-FFF2-40B4-BE49-F238E27FC236}">
                <a16:creationId xmlns:a16="http://schemas.microsoft.com/office/drawing/2014/main" id="{34D6C00A-925B-40AD-8603-3C84B773AC53}"/>
              </a:ext>
            </a:extLst>
          </p:cNvPr>
          <p:cNvSpPr/>
          <p:nvPr/>
        </p:nvSpPr>
        <p:spPr>
          <a:xfrm>
            <a:off x="2625782" y="2051054"/>
            <a:ext cx="1517988" cy="461665"/>
          </a:xfrm>
          <a:prstGeom prst="round2DiagRect">
            <a:avLst>
              <a:gd name="adj1" fmla="val 50000"/>
              <a:gd name="adj2" fmla="val 0"/>
            </a:avLst>
          </a:prstGeom>
          <a:gradFill flip="none" rotWithShape="1">
            <a:gsLst>
              <a:gs pos="0">
                <a:schemeClr val="accent1">
                  <a:lumMod val="60000"/>
                  <a:lumOff val="40000"/>
                </a:schemeClr>
              </a:gs>
              <a:gs pos="40000">
                <a:schemeClr val="accent2">
                  <a:lumMod val="75000"/>
                </a:schemeClr>
              </a:gs>
              <a:gs pos="96000">
                <a:schemeClr val="accent1">
                  <a:lumMod val="95000"/>
                  <a:lumOff val="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dirty="0"/>
              <a:t>研究背景</a:t>
            </a:r>
          </a:p>
        </p:txBody>
      </p:sp>
      <p:sp>
        <p:nvSpPr>
          <p:cNvPr id="32" name="矩形: 对角圆角 31">
            <a:extLst>
              <a:ext uri="{FF2B5EF4-FFF2-40B4-BE49-F238E27FC236}">
                <a16:creationId xmlns:a16="http://schemas.microsoft.com/office/drawing/2014/main" id="{5482AB3C-FE95-4523-9806-B43F0F579118}"/>
              </a:ext>
            </a:extLst>
          </p:cNvPr>
          <p:cNvSpPr/>
          <p:nvPr/>
        </p:nvSpPr>
        <p:spPr>
          <a:xfrm>
            <a:off x="7822172" y="2051054"/>
            <a:ext cx="1517988" cy="461665"/>
          </a:xfrm>
          <a:prstGeom prst="round2DiagRect">
            <a:avLst>
              <a:gd name="adj1" fmla="val 50000"/>
              <a:gd name="adj2" fmla="val 0"/>
            </a:avLst>
          </a:prstGeom>
          <a:gradFill flip="none" rotWithShape="1">
            <a:gsLst>
              <a:gs pos="0">
                <a:schemeClr val="accent1">
                  <a:lumMod val="60000"/>
                  <a:lumOff val="40000"/>
                </a:schemeClr>
              </a:gs>
              <a:gs pos="40000">
                <a:schemeClr val="accent2">
                  <a:lumMod val="75000"/>
                </a:schemeClr>
              </a:gs>
              <a:gs pos="96000">
                <a:schemeClr val="accent1">
                  <a:lumMod val="95000"/>
                  <a:lumOff val="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dirty="0"/>
              <a:t>研究意义</a:t>
            </a:r>
          </a:p>
        </p:txBody>
      </p:sp>
      <p:sp>
        <p:nvSpPr>
          <p:cNvPr id="35" name="矩形 34">
            <a:extLst>
              <a:ext uri="{FF2B5EF4-FFF2-40B4-BE49-F238E27FC236}">
                <a16:creationId xmlns:a16="http://schemas.microsoft.com/office/drawing/2014/main" id="{BA7CA724-B535-4FE2-B9C9-66517C8DA550}"/>
              </a:ext>
            </a:extLst>
          </p:cNvPr>
          <p:cNvSpPr/>
          <p:nvPr/>
        </p:nvSpPr>
        <p:spPr>
          <a:xfrm>
            <a:off x="6367731" y="2589459"/>
            <a:ext cx="4426870" cy="3621379"/>
          </a:xfrm>
          <a:prstGeom prst="rect">
            <a:avLst/>
          </a:prstGeom>
        </p:spPr>
        <p:txBody>
          <a:bodyPr wrap="square">
            <a:noAutofit/>
          </a:bodyPr>
          <a:lstStyle/>
          <a:p>
            <a:pPr algn="just">
              <a:lnSpc>
                <a:spcPct val="150000"/>
              </a:lnSpc>
            </a:pPr>
            <a:r>
              <a:rPr lang="zh-CN" altLang="en-US" dirty="0"/>
              <a:t>许多重要问题可以自然地表达为</a:t>
            </a:r>
            <a:r>
              <a:rPr lang="en-US" altLang="zh-CN" dirty="0" err="1"/>
              <a:t>MaxSAT</a:t>
            </a:r>
            <a:r>
              <a:rPr lang="zh-CN" altLang="en-US" dirty="0"/>
              <a:t>。这些问题包括学术问题，如</a:t>
            </a:r>
            <a:r>
              <a:rPr lang="zh-CN" altLang="en-US" b="1" dirty="0"/>
              <a:t>最大割或最大团</a:t>
            </a:r>
            <a:r>
              <a:rPr lang="zh-CN" altLang="en-US" dirty="0"/>
              <a:t>，以及来自众多工业领域的问题。具体例子包括以下领域：路由问题；生物信息学的各种问题，如蛋白质比对、家系单倍型分析、生物网络推理；硬件调试，包括设计调试和电路调试；软件调试；调度；规划；组合拍卖；量化布尔公式。</a:t>
            </a:r>
            <a:endParaRPr lang="en-US" altLang="zh-CN" dirty="0"/>
          </a:p>
        </p:txBody>
      </p:sp>
      <p:sp>
        <p:nvSpPr>
          <p:cNvPr id="47" name="矩形 46">
            <a:extLst>
              <a:ext uri="{FF2B5EF4-FFF2-40B4-BE49-F238E27FC236}">
                <a16:creationId xmlns:a16="http://schemas.microsoft.com/office/drawing/2014/main" id="{7B14810A-442A-47C1-B91C-1CB28D28785C}"/>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solidFill>
                <a:latin typeface="+mn-ea"/>
              </a:rPr>
              <a:t>研究背景</a:t>
            </a:r>
          </a:p>
        </p:txBody>
      </p:sp>
      <p:sp>
        <p:nvSpPr>
          <p:cNvPr id="48" name="矩形 47">
            <a:extLst>
              <a:ext uri="{FF2B5EF4-FFF2-40B4-BE49-F238E27FC236}">
                <a16:creationId xmlns:a16="http://schemas.microsoft.com/office/drawing/2014/main" id="{D15C2B3D-8D07-4553-964C-BAEBA4A48C2C}"/>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lumMod val="50000"/>
                  </a:schemeClr>
                </a:solidFill>
                <a:latin typeface="+mn-ea"/>
              </a:rPr>
              <a:t>研究内容</a:t>
            </a:r>
          </a:p>
        </p:txBody>
      </p:sp>
      <p:sp>
        <p:nvSpPr>
          <p:cNvPr id="49" name="矩形 48">
            <a:extLst>
              <a:ext uri="{FF2B5EF4-FFF2-40B4-BE49-F238E27FC236}">
                <a16:creationId xmlns:a16="http://schemas.microsoft.com/office/drawing/2014/main" id="{E29D22D1-D558-4B4A-A0D0-9C2FB7BF4383}"/>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lumMod val="50000"/>
                  </a:schemeClr>
                </a:solidFill>
                <a:latin typeface="+mn-ea"/>
              </a:rPr>
              <a:t>研究方案</a:t>
            </a:r>
          </a:p>
        </p:txBody>
      </p:sp>
      <p:sp>
        <p:nvSpPr>
          <p:cNvPr id="50" name="矩形 49">
            <a:extLst>
              <a:ext uri="{FF2B5EF4-FFF2-40B4-BE49-F238E27FC236}">
                <a16:creationId xmlns:a16="http://schemas.microsoft.com/office/drawing/2014/main" id="{09639C0A-C8A1-46E5-B283-D374FE64B53B}"/>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51" name="直接连接符 50">
            <a:extLst>
              <a:ext uri="{FF2B5EF4-FFF2-40B4-BE49-F238E27FC236}">
                <a16:creationId xmlns:a16="http://schemas.microsoft.com/office/drawing/2014/main" id="{8992F0BA-00DB-4F68-BC66-53081130DC38}"/>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43EFC03E-CAEB-49EE-B398-B3EEF8F10447}"/>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40D0801-1328-4517-9F57-62C7DE19E25F}"/>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FE73E1CB-FC44-4E94-97B7-1D8C92E8EA80}"/>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B2FEBC30-C366-4EE8-9D58-D57A62BCBD2C}"/>
              </a:ext>
            </a:extLst>
          </p:cNvPr>
          <p:cNvSpPr/>
          <p:nvPr/>
        </p:nvSpPr>
        <p:spPr>
          <a:xfrm>
            <a:off x="1475295" y="446190"/>
            <a:ext cx="1467068" cy="400110"/>
          </a:xfrm>
          <a:prstGeom prst="rect">
            <a:avLst/>
          </a:prstGeom>
        </p:spPr>
        <p:txBody>
          <a:bodyPr wrap="none">
            <a:noAutofit/>
          </a:bodyPr>
          <a:lstStyle/>
          <a:p>
            <a:r>
              <a:rPr lang="zh-CN" altLang="en-US" sz="2000" dirty="0">
                <a:solidFill>
                  <a:schemeClr val="bg1">
                    <a:lumMod val="50000"/>
                  </a:schemeClr>
                </a:solidFill>
                <a:latin typeface="+mn-ea"/>
              </a:rPr>
              <a:t>研究课题</a:t>
            </a:r>
          </a:p>
        </p:txBody>
      </p:sp>
      <p:sp>
        <p:nvSpPr>
          <p:cNvPr id="56" name="文本框 55">
            <a:extLst>
              <a:ext uri="{FF2B5EF4-FFF2-40B4-BE49-F238E27FC236}">
                <a16:creationId xmlns:a16="http://schemas.microsoft.com/office/drawing/2014/main" id="{FC09F483-039E-4B00-951A-76B1628867BD}"/>
              </a:ext>
            </a:extLst>
          </p:cNvPr>
          <p:cNvSpPr txBox="1"/>
          <p:nvPr/>
        </p:nvSpPr>
        <p:spPr>
          <a:xfrm>
            <a:off x="1214350" y="1365094"/>
            <a:ext cx="2339102" cy="461665"/>
          </a:xfrm>
          <a:prstGeom prst="rect">
            <a:avLst/>
          </a:prstGeom>
          <a:noFill/>
        </p:spPr>
        <p:txBody>
          <a:bodyPr wrap="none" rtlCol="0">
            <a:noAutofit/>
          </a:bodyPr>
          <a:lstStyle/>
          <a:p>
            <a:r>
              <a:rPr lang="zh-CN" altLang="en-US" sz="2400" b="1" dirty="0">
                <a:solidFill>
                  <a:schemeClr val="accent1"/>
                </a:solidFill>
              </a:rPr>
              <a:t>研究背景与意义</a:t>
            </a:r>
          </a:p>
        </p:txBody>
      </p:sp>
      <p:sp>
        <p:nvSpPr>
          <p:cNvPr id="57" name="矩形 56">
            <a:extLst>
              <a:ext uri="{FF2B5EF4-FFF2-40B4-BE49-F238E27FC236}">
                <a16:creationId xmlns:a16="http://schemas.microsoft.com/office/drawing/2014/main" id="{ABA61466-BAC6-4841-AD90-B05F2A3A9033}"/>
              </a:ext>
            </a:extLst>
          </p:cNvPr>
          <p:cNvSpPr/>
          <p:nvPr/>
        </p:nvSpPr>
        <p:spPr>
          <a:xfrm>
            <a:off x="695325"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58" name="矩形 57">
            <a:extLst>
              <a:ext uri="{FF2B5EF4-FFF2-40B4-BE49-F238E27FC236}">
                <a16:creationId xmlns:a16="http://schemas.microsoft.com/office/drawing/2014/main" id="{73170895-853E-4CDB-A137-EDCCF6C324EE}"/>
              </a:ext>
            </a:extLst>
          </p:cNvPr>
          <p:cNvSpPr/>
          <p:nvPr/>
        </p:nvSpPr>
        <p:spPr>
          <a:xfrm>
            <a:off x="876958"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Tree>
    <p:extLst>
      <p:ext uri="{BB962C8B-B14F-4D97-AF65-F5344CB8AC3E}">
        <p14:creationId xmlns:p14="http://schemas.microsoft.com/office/powerpoint/2010/main" val="1329349582"/>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02B0760A-B9B2-4305-B978-F57B17C85F11}"/>
              </a:ext>
            </a:extLst>
          </p:cNvPr>
          <p:cNvSpPr/>
          <p:nvPr/>
        </p:nvSpPr>
        <p:spPr>
          <a:xfrm>
            <a:off x="535387" y="3855284"/>
            <a:ext cx="3018065" cy="461665"/>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F3764244-F112-450C-B984-CD93D6D15A46}"/>
              </a:ext>
            </a:extLst>
          </p:cNvPr>
          <p:cNvSpPr txBox="1"/>
          <p:nvPr/>
        </p:nvSpPr>
        <p:spPr>
          <a:xfrm>
            <a:off x="1214350" y="1365094"/>
            <a:ext cx="2339102" cy="461665"/>
          </a:xfrm>
          <a:prstGeom prst="rect">
            <a:avLst/>
          </a:prstGeom>
          <a:noFill/>
        </p:spPr>
        <p:txBody>
          <a:bodyPr wrap="none" rtlCol="0">
            <a:noAutofit/>
          </a:bodyPr>
          <a:lstStyle/>
          <a:p>
            <a:r>
              <a:rPr lang="zh-CN" altLang="en-US" sz="2400" b="1" dirty="0">
                <a:solidFill>
                  <a:schemeClr val="accent1"/>
                </a:solidFill>
              </a:rPr>
              <a:t>研究现状</a:t>
            </a:r>
          </a:p>
        </p:txBody>
      </p:sp>
      <p:sp>
        <p:nvSpPr>
          <p:cNvPr id="27" name="矩形 26">
            <a:extLst>
              <a:ext uri="{FF2B5EF4-FFF2-40B4-BE49-F238E27FC236}">
                <a16:creationId xmlns:a16="http://schemas.microsoft.com/office/drawing/2014/main" id="{529DC006-068D-48DD-A935-8A54D7364089}"/>
              </a:ext>
            </a:extLst>
          </p:cNvPr>
          <p:cNvSpPr/>
          <p:nvPr/>
        </p:nvSpPr>
        <p:spPr>
          <a:xfrm>
            <a:off x="695325"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8" name="矩形 27">
            <a:extLst>
              <a:ext uri="{FF2B5EF4-FFF2-40B4-BE49-F238E27FC236}">
                <a16:creationId xmlns:a16="http://schemas.microsoft.com/office/drawing/2014/main" id="{48844557-B490-48C7-95EA-7E685AEB9618}"/>
              </a:ext>
            </a:extLst>
          </p:cNvPr>
          <p:cNvSpPr/>
          <p:nvPr/>
        </p:nvSpPr>
        <p:spPr>
          <a:xfrm>
            <a:off x="876958"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58" name="椭圆 57">
            <a:extLst>
              <a:ext uri="{FF2B5EF4-FFF2-40B4-BE49-F238E27FC236}">
                <a16:creationId xmlns:a16="http://schemas.microsoft.com/office/drawing/2014/main" id="{E1CB9314-A37C-452C-822E-649E199F7F93}"/>
              </a:ext>
            </a:extLst>
          </p:cNvPr>
          <p:cNvSpPr/>
          <p:nvPr/>
        </p:nvSpPr>
        <p:spPr>
          <a:xfrm>
            <a:off x="4761861" y="2640851"/>
            <a:ext cx="2576946" cy="2576946"/>
          </a:xfrm>
          <a:prstGeom prst="ellipse">
            <a:avLst/>
          </a:prstGeom>
          <a:gradFill flip="none" rotWithShape="1">
            <a:gsLst>
              <a:gs pos="91000">
                <a:schemeClr val="accent1">
                  <a:lumMod val="60000"/>
                  <a:lumOff val="40000"/>
                  <a:alpha val="12000"/>
                </a:schemeClr>
              </a:gs>
              <a:gs pos="69000">
                <a:schemeClr val="accent1">
                  <a:alpha val="0"/>
                </a:schemeClr>
              </a:gs>
            </a:gsLst>
            <a:path path="shape">
              <a:fillToRect l="50000" t="50000" r="50000" b="50000"/>
            </a:path>
            <a:tileRect/>
          </a:gra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lumMod val="50000"/>
                  </a:schemeClr>
                </a:solidFill>
              </a:ln>
              <a:noFill/>
            </a:endParaRPr>
          </a:p>
        </p:txBody>
      </p:sp>
      <p:sp>
        <p:nvSpPr>
          <p:cNvPr id="59" name="椭圆 58">
            <a:extLst>
              <a:ext uri="{FF2B5EF4-FFF2-40B4-BE49-F238E27FC236}">
                <a16:creationId xmlns:a16="http://schemas.microsoft.com/office/drawing/2014/main" id="{09BD0295-4FCB-45FD-8F26-D835CB8E2855}"/>
              </a:ext>
            </a:extLst>
          </p:cNvPr>
          <p:cNvSpPr/>
          <p:nvPr/>
        </p:nvSpPr>
        <p:spPr>
          <a:xfrm>
            <a:off x="5094370" y="2973360"/>
            <a:ext cx="1911927" cy="1911927"/>
          </a:xfrm>
          <a:prstGeom prst="ellipse">
            <a:avLst/>
          </a:prstGeom>
          <a:gradFill flip="none" rotWithShape="1">
            <a:gsLst>
              <a:gs pos="91000">
                <a:schemeClr val="accent1">
                  <a:lumMod val="60000"/>
                  <a:lumOff val="40000"/>
                  <a:alpha val="12000"/>
                </a:schemeClr>
              </a:gs>
              <a:gs pos="69000">
                <a:schemeClr val="accent1">
                  <a:alpha val="0"/>
                </a:schemeClr>
              </a:gs>
            </a:gsLst>
            <a:path path="shape">
              <a:fillToRect l="50000" t="50000" r="50000" b="50000"/>
            </a:path>
            <a:tileRect/>
          </a:gra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lumMod val="50000"/>
                  </a:schemeClr>
                </a:solidFill>
              </a:ln>
              <a:noFill/>
            </a:endParaRPr>
          </a:p>
        </p:txBody>
      </p:sp>
      <p:sp>
        <p:nvSpPr>
          <p:cNvPr id="60" name="椭圆 59">
            <a:extLst>
              <a:ext uri="{FF2B5EF4-FFF2-40B4-BE49-F238E27FC236}">
                <a16:creationId xmlns:a16="http://schemas.microsoft.com/office/drawing/2014/main" id="{84920758-D9F5-411C-B189-9EFBB3883CB9}"/>
              </a:ext>
            </a:extLst>
          </p:cNvPr>
          <p:cNvSpPr/>
          <p:nvPr/>
        </p:nvSpPr>
        <p:spPr>
          <a:xfrm>
            <a:off x="5387552" y="3266542"/>
            <a:ext cx="1325562" cy="1325562"/>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latin typeface="+mn-ea"/>
              </a:rPr>
              <a:t>完备算法</a:t>
            </a:r>
          </a:p>
        </p:txBody>
      </p:sp>
      <p:sp>
        <p:nvSpPr>
          <p:cNvPr id="64" name="椭圆 63">
            <a:extLst>
              <a:ext uri="{FF2B5EF4-FFF2-40B4-BE49-F238E27FC236}">
                <a16:creationId xmlns:a16="http://schemas.microsoft.com/office/drawing/2014/main" id="{31E9ABD8-0FA2-45D6-8B53-EF2EF57CEAC9}"/>
              </a:ext>
            </a:extLst>
          </p:cNvPr>
          <p:cNvSpPr/>
          <p:nvPr/>
        </p:nvSpPr>
        <p:spPr>
          <a:xfrm>
            <a:off x="7235391" y="3825908"/>
            <a:ext cx="206829" cy="20682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a:extLst>
              <a:ext uri="{FF2B5EF4-FFF2-40B4-BE49-F238E27FC236}">
                <a16:creationId xmlns:a16="http://schemas.microsoft.com/office/drawing/2014/main" id="{36E35FB5-5093-47E3-A85B-D95415A6F403}"/>
              </a:ext>
            </a:extLst>
          </p:cNvPr>
          <p:cNvSpPr txBox="1"/>
          <p:nvPr/>
        </p:nvSpPr>
        <p:spPr>
          <a:xfrm>
            <a:off x="1155278" y="2369530"/>
            <a:ext cx="2479974" cy="633187"/>
          </a:xfrm>
          <a:prstGeom prst="rect">
            <a:avLst/>
          </a:prstGeom>
          <a:noFill/>
        </p:spPr>
        <p:txBody>
          <a:bodyPr wrap="square" rtlCol="0">
            <a:spAutoFit/>
          </a:bodyPr>
          <a:lstStyle/>
          <a:p>
            <a:pPr>
              <a:lnSpc>
                <a:spcPct val="120000"/>
              </a:lnSpc>
            </a:pPr>
            <a:r>
              <a:rPr lang="en-US" altLang="zh-CN" sz="3200" b="1" dirty="0">
                <a:solidFill>
                  <a:schemeClr val="tx2"/>
                </a:solidFill>
                <a:latin typeface="+mn-ea"/>
              </a:rPr>
              <a:t>SAT-based</a:t>
            </a:r>
            <a:endParaRPr lang="zh-CN" altLang="en-US" sz="3200" b="1" dirty="0">
              <a:solidFill>
                <a:schemeClr val="tx2"/>
              </a:solidFill>
              <a:latin typeface="+mn-ea"/>
            </a:endParaRPr>
          </a:p>
        </p:txBody>
      </p:sp>
      <p:sp>
        <p:nvSpPr>
          <p:cNvPr id="39" name="矩形 38">
            <a:extLst>
              <a:ext uri="{FF2B5EF4-FFF2-40B4-BE49-F238E27FC236}">
                <a16:creationId xmlns:a16="http://schemas.microsoft.com/office/drawing/2014/main" id="{48262755-7760-42E0-B7A7-5BC1E518A83D}"/>
              </a:ext>
            </a:extLst>
          </p:cNvPr>
          <p:cNvSpPr/>
          <p:nvPr/>
        </p:nvSpPr>
        <p:spPr>
          <a:xfrm>
            <a:off x="1236522" y="446190"/>
            <a:ext cx="697627" cy="400110"/>
          </a:xfrm>
          <a:prstGeom prst="rect">
            <a:avLst/>
          </a:prstGeom>
        </p:spPr>
        <p:txBody>
          <a:bodyPr wrap="none">
            <a:noAutofit/>
          </a:bodyPr>
          <a:lstStyle/>
          <a:p>
            <a:endParaRPr lang="zh-CN" altLang="en-US" sz="2000" dirty="0">
              <a:solidFill>
                <a:schemeClr val="bg1"/>
              </a:solidFill>
              <a:latin typeface="+mn-ea"/>
            </a:endParaRPr>
          </a:p>
        </p:txBody>
      </p:sp>
      <p:sp>
        <p:nvSpPr>
          <p:cNvPr id="40" name="矩形 39">
            <a:extLst>
              <a:ext uri="{FF2B5EF4-FFF2-40B4-BE49-F238E27FC236}">
                <a16:creationId xmlns:a16="http://schemas.microsoft.com/office/drawing/2014/main" id="{40BD4424-DE6B-4B6D-BFA5-525677E0EA9F}"/>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solidFill>
                <a:latin typeface="+mn-ea"/>
              </a:rPr>
              <a:t>研究背景</a:t>
            </a:r>
          </a:p>
        </p:txBody>
      </p:sp>
      <p:sp>
        <p:nvSpPr>
          <p:cNvPr id="41" name="矩形 40">
            <a:extLst>
              <a:ext uri="{FF2B5EF4-FFF2-40B4-BE49-F238E27FC236}">
                <a16:creationId xmlns:a16="http://schemas.microsoft.com/office/drawing/2014/main" id="{C61EEC55-7230-41F9-9A95-C2898D93B925}"/>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lumMod val="50000"/>
                  </a:schemeClr>
                </a:solidFill>
                <a:latin typeface="+mn-ea"/>
              </a:rPr>
              <a:t>研究内容</a:t>
            </a:r>
          </a:p>
        </p:txBody>
      </p:sp>
      <p:sp>
        <p:nvSpPr>
          <p:cNvPr id="42" name="矩形 41">
            <a:extLst>
              <a:ext uri="{FF2B5EF4-FFF2-40B4-BE49-F238E27FC236}">
                <a16:creationId xmlns:a16="http://schemas.microsoft.com/office/drawing/2014/main" id="{9397FD52-2811-49BD-9C26-009E9971407B}"/>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lumMod val="50000"/>
                  </a:schemeClr>
                </a:solidFill>
                <a:latin typeface="+mn-ea"/>
              </a:rPr>
              <a:t>研究方案</a:t>
            </a:r>
          </a:p>
        </p:txBody>
      </p:sp>
      <p:sp>
        <p:nvSpPr>
          <p:cNvPr id="43" name="矩形 42">
            <a:extLst>
              <a:ext uri="{FF2B5EF4-FFF2-40B4-BE49-F238E27FC236}">
                <a16:creationId xmlns:a16="http://schemas.microsoft.com/office/drawing/2014/main" id="{A8E458A3-A26C-4B5E-A07C-9EB8D85A9DBB}"/>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44" name="直接连接符 43">
            <a:extLst>
              <a:ext uri="{FF2B5EF4-FFF2-40B4-BE49-F238E27FC236}">
                <a16:creationId xmlns:a16="http://schemas.microsoft.com/office/drawing/2014/main" id="{809989C9-53A9-4FFF-8CE1-324A079750A8}"/>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96B6730-E276-4EEB-830B-663999F71EB3}"/>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B9970AFA-E3CD-4C54-B108-351D47DB69B1}"/>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81B89620-851C-4499-BE16-19EFAFA2DD94}"/>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72CDAB6E-9701-4589-95F1-0B67A9FB569E}"/>
              </a:ext>
            </a:extLst>
          </p:cNvPr>
          <p:cNvSpPr/>
          <p:nvPr/>
        </p:nvSpPr>
        <p:spPr>
          <a:xfrm>
            <a:off x="1475295" y="446190"/>
            <a:ext cx="1467068" cy="400110"/>
          </a:xfrm>
          <a:prstGeom prst="rect">
            <a:avLst/>
          </a:prstGeom>
        </p:spPr>
        <p:txBody>
          <a:bodyPr wrap="none">
            <a:noAutofit/>
          </a:bodyPr>
          <a:lstStyle/>
          <a:p>
            <a:r>
              <a:rPr lang="zh-CN" altLang="en-US" sz="2000" dirty="0">
                <a:solidFill>
                  <a:schemeClr val="bg1">
                    <a:lumMod val="50000"/>
                  </a:schemeClr>
                </a:solidFill>
                <a:latin typeface="+mn-ea"/>
              </a:rPr>
              <a:t>研究课题</a:t>
            </a:r>
          </a:p>
        </p:txBody>
      </p:sp>
      <p:sp>
        <p:nvSpPr>
          <p:cNvPr id="33" name="椭圆 32">
            <a:extLst>
              <a:ext uri="{FF2B5EF4-FFF2-40B4-BE49-F238E27FC236}">
                <a16:creationId xmlns:a16="http://schemas.microsoft.com/office/drawing/2014/main" id="{30ECEF96-45B5-4BCA-9ED5-4737B4115A57}"/>
              </a:ext>
            </a:extLst>
          </p:cNvPr>
          <p:cNvSpPr/>
          <p:nvPr/>
        </p:nvSpPr>
        <p:spPr>
          <a:xfrm>
            <a:off x="4637536" y="3825908"/>
            <a:ext cx="206829" cy="20682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18050288-993E-49DB-B7DA-AEAB77D4ED1A}"/>
              </a:ext>
            </a:extLst>
          </p:cNvPr>
          <p:cNvSpPr/>
          <p:nvPr/>
        </p:nvSpPr>
        <p:spPr>
          <a:xfrm>
            <a:off x="764481" y="3314831"/>
            <a:ext cx="3935218" cy="2554545"/>
          </a:xfrm>
          <a:prstGeom prst="rect">
            <a:avLst/>
          </a:prstGeom>
        </p:spPr>
        <p:txBody>
          <a:bodyPr wrap="square">
            <a:spAutoFit/>
          </a:bodyPr>
          <a:lstStyle/>
          <a:p>
            <a:pPr fontAlgn="base">
              <a:lnSpc>
                <a:spcPct val="150000"/>
              </a:lnSpc>
            </a:pPr>
            <a:r>
              <a:rPr lang="zh-CN" altLang="en-US" sz="2000" dirty="0">
                <a:solidFill>
                  <a:schemeClr val="bg2">
                    <a:lumMod val="50000"/>
                  </a:schemeClr>
                </a:solidFill>
                <a:latin typeface="PingFang SC"/>
              </a:rPr>
              <a:t>模型引导</a:t>
            </a:r>
            <a:r>
              <a:rPr lang="en-US" altLang="zh-CN" sz="2000" dirty="0">
                <a:solidFill>
                  <a:schemeClr val="bg2">
                    <a:lumMod val="50000"/>
                  </a:schemeClr>
                </a:solidFill>
                <a:latin typeface="PingFang SC"/>
              </a:rPr>
              <a:t>(Model-Guided)</a:t>
            </a:r>
          </a:p>
          <a:p>
            <a:pPr fontAlgn="base">
              <a:lnSpc>
                <a:spcPct val="150000"/>
              </a:lnSpc>
            </a:pPr>
            <a:r>
              <a:rPr lang="zh-CN" altLang="en-US" sz="2000" dirty="0">
                <a:solidFill>
                  <a:schemeClr val="bg2">
                    <a:lumMod val="50000"/>
                  </a:schemeClr>
                </a:solidFill>
                <a:latin typeface="PingFang SC"/>
              </a:rPr>
              <a:t>核心引导</a:t>
            </a:r>
            <a:r>
              <a:rPr lang="en-US" altLang="zh-CN" sz="2000" dirty="0">
                <a:solidFill>
                  <a:schemeClr val="bg2">
                    <a:lumMod val="50000"/>
                  </a:schemeClr>
                </a:solidFill>
                <a:latin typeface="PingFang SC"/>
              </a:rPr>
              <a:t>(Core-Guided)</a:t>
            </a:r>
          </a:p>
          <a:p>
            <a:pPr fontAlgn="base">
              <a:lnSpc>
                <a:spcPct val="150000"/>
              </a:lnSpc>
            </a:pPr>
            <a:r>
              <a:rPr lang="zh-CN" altLang="en-US" sz="2000" dirty="0">
                <a:solidFill>
                  <a:schemeClr val="bg2">
                    <a:lumMod val="50000"/>
                  </a:schemeClr>
                </a:solidFill>
                <a:latin typeface="PingFang SC"/>
              </a:rPr>
              <a:t>最小碰集引导</a:t>
            </a:r>
            <a:r>
              <a:rPr lang="en-US" altLang="zh-CN" sz="2000" dirty="0">
                <a:solidFill>
                  <a:schemeClr val="bg2">
                    <a:lumMod val="50000"/>
                  </a:schemeClr>
                </a:solidFill>
                <a:latin typeface="PingFang SC"/>
              </a:rPr>
              <a:t>(Minimum Hitting Set Guided</a:t>
            </a:r>
            <a:r>
              <a:rPr lang="zh-CN" altLang="en-US" sz="2000" dirty="0">
                <a:solidFill>
                  <a:schemeClr val="bg2">
                    <a:lumMod val="50000"/>
                  </a:schemeClr>
                </a:solidFill>
                <a:latin typeface="PingFang SC"/>
              </a:rPr>
              <a:t>）</a:t>
            </a:r>
          </a:p>
          <a:p>
            <a:pPr fontAlgn="base"/>
            <a:endParaRPr lang="en-US" altLang="zh-CN" sz="2000" dirty="0">
              <a:solidFill>
                <a:schemeClr val="bg2">
                  <a:lumMod val="50000"/>
                </a:schemeClr>
              </a:solidFill>
              <a:latin typeface="PingFang SC"/>
            </a:endParaRPr>
          </a:p>
          <a:p>
            <a:pPr fontAlgn="base"/>
            <a:endParaRPr lang="en-US" altLang="zh-CN" sz="2000" i="0" dirty="0">
              <a:solidFill>
                <a:schemeClr val="bg2">
                  <a:lumMod val="50000"/>
                </a:schemeClr>
              </a:solidFill>
              <a:effectLst/>
              <a:latin typeface="PingFang SC"/>
            </a:endParaRPr>
          </a:p>
        </p:txBody>
      </p:sp>
      <p:sp>
        <p:nvSpPr>
          <p:cNvPr id="38" name="文本框 37">
            <a:extLst>
              <a:ext uri="{FF2B5EF4-FFF2-40B4-BE49-F238E27FC236}">
                <a16:creationId xmlns:a16="http://schemas.microsoft.com/office/drawing/2014/main" id="{30C588B7-1CB1-4D3E-A83E-D7F5C9E86539}"/>
              </a:ext>
            </a:extLst>
          </p:cNvPr>
          <p:cNvSpPr txBox="1"/>
          <p:nvPr/>
        </p:nvSpPr>
        <p:spPr>
          <a:xfrm>
            <a:off x="8155518" y="2369530"/>
            <a:ext cx="2479974" cy="633187"/>
          </a:xfrm>
          <a:prstGeom prst="rect">
            <a:avLst/>
          </a:prstGeom>
          <a:noFill/>
        </p:spPr>
        <p:txBody>
          <a:bodyPr wrap="square" rtlCol="0">
            <a:spAutoFit/>
          </a:bodyPr>
          <a:lstStyle/>
          <a:p>
            <a:pPr algn="ctr">
              <a:lnSpc>
                <a:spcPct val="120000"/>
              </a:lnSpc>
            </a:pPr>
            <a:r>
              <a:rPr lang="en-US" altLang="zh-CN" sz="3200" b="1" dirty="0" err="1">
                <a:solidFill>
                  <a:schemeClr val="tx2"/>
                </a:solidFill>
                <a:latin typeface="+mn-ea"/>
              </a:rPr>
              <a:t>BnB</a:t>
            </a:r>
            <a:endParaRPr lang="zh-CN" altLang="en-US" sz="3200" b="1" dirty="0">
              <a:solidFill>
                <a:schemeClr val="tx2"/>
              </a:solidFill>
              <a:latin typeface="+mn-ea"/>
            </a:endParaRPr>
          </a:p>
        </p:txBody>
      </p:sp>
      <p:sp>
        <p:nvSpPr>
          <p:cNvPr id="49" name="矩形 48">
            <a:extLst>
              <a:ext uri="{FF2B5EF4-FFF2-40B4-BE49-F238E27FC236}">
                <a16:creationId xmlns:a16="http://schemas.microsoft.com/office/drawing/2014/main" id="{FC49C619-966E-4DFC-9484-7455B169B039}"/>
              </a:ext>
            </a:extLst>
          </p:cNvPr>
          <p:cNvSpPr/>
          <p:nvPr/>
        </p:nvSpPr>
        <p:spPr>
          <a:xfrm>
            <a:off x="7998318" y="3248674"/>
            <a:ext cx="3935218" cy="1785104"/>
          </a:xfrm>
          <a:prstGeom prst="rect">
            <a:avLst/>
          </a:prstGeom>
        </p:spPr>
        <p:txBody>
          <a:bodyPr wrap="square">
            <a:spAutoFit/>
          </a:bodyPr>
          <a:lstStyle/>
          <a:p>
            <a:pPr fontAlgn="base">
              <a:lnSpc>
                <a:spcPct val="150000"/>
              </a:lnSpc>
            </a:pPr>
            <a:r>
              <a:rPr lang="zh-CN" altLang="en-US" sz="2000" dirty="0">
                <a:solidFill>
                  <a:schemeClr val="bg2">
                    <a:lumMod val="50000"/>
                  </a:schemeClr>
                </a:solidFill>
                <a:latin typeface="PingFang SC"/>
              </a:rPr>
              <a:t>基于子句分解的分支定界</a:t>
            </a:r>
            <a:endParaRPr lang="en-US" altLang="zh-CN" sz="2000" dirty="0">
              <a:solidFill>
                <a:schemeClr val="bg2">
                  <a:lumMod val="50000"/>
                </a:schemeClr>
              </a:solidFill>
              <a:latin typeface="PingFang SC"/>
            </a:endParaRPr>
          </a:p>
          <a:p>
            <a:pPr fontAlgn="base">
              <a:lnSpc>
                <a:spcPct val="150000"/>
              </a:lnSpc>
            </a:pPr>
            <a:r>
              <a:rPr lang="zh-CN" altLang="en-US" sz="2000" dirty="0">
                <a:solidFill>
                  <a:schemeClr val="bg2">
                    <a:lumMod val="50000"/>
                  </a:schemeClr>
                </a:solidFill>
                <a:latin typeface="PingFang SC"/>
              </a:rPr>
              <a:t>基于下界估计的分支定界</a:t>
            </a:r>
            <a:endParaRPr lang="en-US" altLang="zh-CN" sz="2000" dirty="0">
              <a:solidFill>
                <a:schemeClr val="bg2">
                  <a:lumMod val="50000"/>
                </a:schemeClr>
              </a:solidFill>
              <a:latin typeface="PingFang SC"/>
            </a:endParaRPr>
          </a:p>
          <a:p>
            <a:pPr fontAlgn="base">
              <a:lnSpc>
                <a:spcPct val="150000"/>
              </a:lnSpc>
            </a:pPr>
            <a:r>
              <a:rPr lang="zh-CN" altLang="en-US" sz="2000" dirty="0">
                <a:solidFill>
                  <a:schemeClr val="bg2">
                    <a:lumMod val="50000"/>
                  </a:schemeClr>
                </a:solidFill>
                <a:latin typeface="PingFang SC"/>
              </a:rPr>
              <a:t>结合冲突驱动学习的分支定界</a:t>
            </a:r>
            <a:endParaRPr lang="en-US" altLang="zh-CN" sz="2000" dirty="0">
              <a:solidFill>
                <a:schemeClr val="bg2">
                  <a:lumMod val="50000"/>
                </a:schemeClr>
              </a:solidFill>
              <a:latin typeface="PingFang SC"/>
            </a:endParaRPr>
          </a:p>
          <a:p>
            <a:pPr fontAlgn="base"/>
            <a:endParaRPr lang="en-US" altLang="zh-CN" sz="2000" i="0" dirty="0">
              <a:solidFill>
                <a:schemeClr val="bg2">
                  <a:lumMod val="50000"/>
                </a:schemeClr>
              </a:solidFill>
              <a:effectLst/>
              <a:latin typeface="PingFang SC"/>
            </a:endParaRPr>
          </a:p>
        </p:txBody>
      </p:sp>
    </p:spTree>
    <p:extLst>
      <p:ext uri="{BB962C8B-B14F-4D97-AF65-F5344CB8AC3E}">
        <p14:creationId xmlns:p14="http://schemas.microsoft.com/office/powerpoint/2010/main" val="1129357403"/>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a:extLst>
              <a:ext uri="{FF2B5EF4-FFF2-40B4-BE49-F238E27FC236}">
                <a16:creationId xmlns:a16="http://schemas.microsoft.com/office/drawing/2014/main" id="{9416CD67-7559-485B-90C8-6284D6E9D049}"/>
              </a:ext>
            </a:extLst>
          </p:cNvPr>
          <p:cNvSpPr/>
          <p:nvPr/>
        </p:nvSpPr>
        <p:spPr>
          <a:xfrm>
            <a:off x="1703397" y="2950608"/>
            <a:ext cx="2547773" cy="876163"/>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F3764244-F112-450C-B984-CD93D6D15A46}"/>
              </a:ext>
            </a:extLst>
          </p:cNvPr>
          <p:cNvSpPr txBox="1"/>
          <p:nvPr/>
        </p:nvSpPr>
        <p:spPr>
          <a:xfrm>
            <a:off x="1214350" y="1365094"/>
            <a:ext cx="2339102" cy="461665"/>
          </a:xfrm>
          <a:prstGeom prst="rect">
            <a:avLst/>
          </a:prstGeom>
          <a:noFill/>
        </p:spPr>
        <p:txBody>
          <a:bodyPr wrap="none" rtlCol="0">
            <a:noAutofit/>
          </a:bodyPr>
          <a:lstStyle/>
          <a:p>
            <a:r>
              <a:rPr lang="zh-CN" altLang="en-US" sz="2400" b="1" dirty="0">
                <a:solidFill>
                  <a:schemeClr val="accent1"/>
                </a:solidFill>
              </a:rPr>
              <a:t>研究现状</a:t>
            </a:r>
          </a:p>
        </p:txBody>
      </p:sp>
      <p:sp>
        <p:nvSpPr>
          <p:cNvPr id="27" name="矩形 26">
            <a:extLst>
              <a:ext uri="{FF2B5EF4-FFF2-40B4-BE49-F238E27FC236}">
                <a16:creationId xmlns:a16="http://schemas.microsoft.com/office/drawing/2014/main" id="{529DC006-068D-48DD-A935-8A54D7364089}"/>
              </a:ext>
            </a:extLst>
          </p:cNvPr>
          <p:cNvSpPr/>
          <p:nvPr/>
        </p:nvSpPr>
        <p:spPr>
          <a:xfrm>
            <a:off x="695325"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8" name="矩形 27">
            <a:extLst>
              <a:ext uri="{FF2B5EF4-FFF2-40B4-BE49-F238E27FC236}">
                <a16:creationId xmlns:a16="http://schemas.microsoft.com/office/drawing/2014/main" id="{48844557-B490-48C7-95EA-7E685AEB9618}"/>
              </a:ext>
            </a:extLst>
          </p:cNvPr>
          <p:cNvSpPr/>
          <p:nvPr/>
        </p:nvSpPr>
        <p:spPr>
          <a:xfrm>
            <a:off x="876958"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66" name="椭圆 65">
            <a:extLst>
              <a:ext uri="{FF2B5EF4-FFF2-40B4-BE49-F238E27FC236}">
                <a16:creationId xmlns:a16="http://schemas.microsoft.com/office/drawing/2014/main" id="{29D3F6DC-B4A5-4254-943A-6B930B030BB2}"/>
              </a:ext>
            </a:extLst>
          </p:cNvPr>
          <p:cNvSpPr/>
          <p:nvPr/>
        </p:nvSpPr>
        <p:spPr>
          <a:xfrm>
            <a:off x="5095837" y="2969799"/>
            <a:ext cx="1911927" cy="1911927"/>
          </a:xfrm>
          <a:prstGeom prst="ellipse">
            <a:avLst/>
          </a:prstGeom>
          <a:gradFill flip="none" rotWithShape="1">
            <a:gsLst>
              <a:gs pos="91000">
                <a:schemeClr val="accent1">
                  <a:alpha val="13000"/>
                </a:schemeClr>
              </a:gs>
              <a:gs pos="69000">
                <a:schemeClr val="accent1">
                  <a:alpha val="10000"/>
                </a:schemeClr>
              </a:gs>
            </a:gsLst>
            <a:path path="shape">
              <a:fillToRect l="50000" t="50000" r="50000" b="50000"/>
            </a:path>
            <a:tileRect/>
          </a:gra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lumMod val="50000"/>
                  </a:schemeClr>
                </a:solidFill>
              </a:ln>
              <a:noFill/>
            </a:endParaRPr>
          </a:p>
        </p:txBody>
      </p:sp>
      <p:sp>
        <p:nvSpPr>
          <p:cNvPr id="68" name="椭圆 67">
            <a:extLst>
              <a:ext uri="{FF2B5EF4-FFF2-40B4-BE49-F238E27FC236}">
                <a16:creationId xmlns:a16="http://schemas.microsoft.com/office/drawing/2014/main" id="{3054A053-6392-4EC2-BA60-C2FA0EA3E648}"/>
              </a:ext>
            </a:extLst>
          </p:cNvPr>
          <p:cNvSpPr/>
          <p:nvPr/>
        </p:nvSpPr>
        <p:spPr>
          <a:xfrm>
            <a:off x="4763328" y="2637290"/>
            <a:ext cx="2576946" cy="2576946"/>
          </a:xfrm>
          <a:prstGeom prst="ellipse">
            <a:avLst/>
          </a:prstGeom>
          <a:gradFill flip="none" rotWithShape="1">
            <a:gsLst>
              <a:gs pos="91000">
                <a:schemeClr val="accent1">
                  <a:alpha val="12000"/>
                </a:schemeClr>
              </a:gs>
              <a:gs pos="69000">
                <a:schemeClr val="accent1">
                  <a:alpha val="0"/>
                </a:schemeClr>
              </a:gs>
            </a:gsLst>
            <a:path path="shape">
              <a:fillToRect l="50000" t="50000" r="50000" b="50000"/>
            </a:path>
            <a:tileRect/>
          </a:gra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lumMod val="50000"/>
                  </a:schemeClr>
                </a:solidFill>
              </a:ln>
              <a:noFill/>
            </a:endParaRPr>
          </a:p>
        </p:txBody>
      </p:sp>
      <p:sp>
        <p:nvSpPr>
          <p:cNvPr id="69" name="椭圆 68">
            <a:extLst>
              <a:ext uri="{FF2B5EF4-FFF2-40B4-BE49-F238E27FC236}">
                <a16:creationId xmlns:a16="http://schemas.microsoft.com/office/drawing/2014/main" id="{E683BDCF-1EC9-4746-8EF6-0FE2BFF3216C}"/>
              </a:ext>
            </a:extLst>
          </p:cNvPr>
          <p:cNvSpPr/>
          <p:nvPr/>
        </p:nvSpPr>
        <p:spPr>
          <a:xfrm>
            <a:off x="5389019" y="3262981"/>
            <a:ext cx="1325562" cy="13255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latin typeface="+mn-ea"/>
              </a:rPr>
              <a:t>非完备算法</a:t>
            </a:r>
          </a:p>
        </p:txBody>
      </p:sp>
      <p:sp>
        <p:nvSpPr>
          <p:cNvPr id="70" name="椭圆 69">
            <a:extLst>
              <a:ext uri="{FF2B5EF4-FFF2-40B4-BE49-F238E27FC236}">
                <a16:creationId xmlns:a16="http://schemas.microsoft.com/office/drawing/2014/main" id="{CC593DA4-2132-4F42-B40F-93DC8F1F168A}"/>
              </a:ext>
            </a:extLst>
          </p:cNvPr>
          <p:cNvSpPr/>
          <p:nvPr/>
        </p:nvSpPr>
        <p:spPr>
          <a:xfrm>
            <a:off x="5948387" y="2533874"/>
            <a:ext cx="206829" cy="206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a:extLst>
              <a:ext uri="{FF2B5EF4-FFF2-40B4-BE49-F238E27FC236}">
                <a16:creationId xmlns:a16="http://schemas.microsoft.com/office/drawing/2014/main" id="{BC4E7DE3-2A73-4B17-A3BC-DD41757B7EA6}"/>
              </a:ext>
            </a:extLst>
          </p:cNvPr>
          <p:cNvSpPr txBox="1"/>
          <p:nvPr/>
        </p:nvSpPr>
        <p:spPr>
          <a:xfrm>
            <a:off x="4354877" y="1826759"/>
            <a:ext cx="3687611" cy="633187"/>
          </a:xfrm>
          <a:prstGeom prst="rect">
            <a:avLst/>
          </a:prstGeom>
          <a:noFill/>
        </p:spPr>
        <p:txBody>
          <a:bodyPr wrap="square" rtlCol="0">
            <a:spAutoFit/>
          </a:bodyPr>
          <a:lstStyle/>
          <a:p>
            <a:pPr>
              <a:lnSpc>
                <a:spcPct val="120000"/>
              </a:lnSpc>
            </a:pPr>
            <a:r>
              <a:rPr lang="zh-CN" altLang="en-US" sz="3200" b="1" dirty="0">
                <a:solidFill>
                  <a:schemeClr val="tx2"/>
                </a:solidFill>
                <a:latin typeface="+mn-ea"/>
              </a:rPr>
              <a:t>随机局部搜索算法</a:t>
            </a:r>
            <a:endParaRPr lang="en-US" altLang="zh-CN" sz="3200" b="1" dirty="0">
              <a:solidFill>
                <a:schemeClr val="tx2"/>
              </a:solidFill>
              <a:latin typeface="+mn-ea"/>
            </a:endParaRPr>
          </a:p>
        </p:txBody>
      </p:sp>
      <p:sp>
        <p:nvSpPr>
          <p:cNvPr id="72" name="椭圆 71">
            <a:extLst>
              <a:ext uri="{FF2B5EF4-FFF2-40B4-BE49-F238E27FC236}">
                <a16:creationId xmlns:a16="http://schemas.microsoft.com/office/drawing/2014/main" id="{C2823DB9-8697-4790-8B63-BAD61E3B4351}"/>
              </a:ext>
            </a:extLst>
          </p:cNvPr>
          <p:cNvSpPr/>
          <p:nvPr/>
        </p:nvSpPr>
        <p:spPr>
          <a:xfrm>
            <a:off x="4901707" y="4588543"/>
            <a:ext cx="206829" cy="206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a:extLst>
              <a:ext uri="{FF2B5EF4-FFF2-40B4-BE49-F238E27FC236}">
                <a16:creationId xmlns:a16="http://schemas.microsoft.com/office/drawing/2014/main" id="{92E8FAC6-B78A-4144-84D2-80427A693CD2}"/>
              </a:ext>
            </a:extLst>
          </p:cNvPr>
          <p:cNvSpPr/>
          <p:nvPr/>
        </p:nvSpPr>
        <p:spPr>
          <a:xfrm>
            <a:off x="7030688" y="4588543"/>
            <a:ext cx="206829" cy="2068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65FBC49A-8AE0-4775-A863-090392D2F509}"/>
              </a:ext>
            </a:extLst>
          </p:cNvPr>
          <p:cNvSpPr txBox="1"/>
          <p:nvPr/>
        </p:nvSpPr>
        <p:spPr>
          <a:xfrm>
            <a:off x="3455897" y="4980472"/>
            <a:ext cx="2339102" cy="633187"/>
          </a:xfrm>
          <a:prstGeom prst="rect">
            <a:avLst/>
          </a:prstGeom>
          <a:noFill/>
        </p:spPr>
        <p:txBody>
          <a:bodyPr wrap="square" rtlCol="0">
            <a:spAutoFit/>
          </a:bodyPr>
          <a:lstStyle/>
          <a:p>
            <a:pPr>
              <a:lnSpc>
                <a:spcPct val="120000"/>
              </a:lnSpc>
            </a:pPr>
            <a:r>
              <a:rPr lang="zh-CN" altLang="en-US" sz="3200" b="1" dirty="0">
                <a:solidFill>
                  <a:schemeClr val="tx2"/>
                </a:solidFill>
                <a:latin typeface="+mn-ea"/>
              </a:rPr>
              <a:t>近似算法</a:t>
            </a:r>
          </a:p>
        </p:txBody>
      </p:sp>
      <p:sp>
        <p:nvSpPr>
          <p:cNvPr id="75" name="文本框 74">
            <a:extLst>
              <a:ext uri="{FF2B5EF4-FFF2-40B4-BE49-F238E27FC236}">
                <a16:creationId xmlns:a16="http://schemas.microsoft.com/office/drawing/2014/main" id="{163E0DE1-35B2-4E58-B93C-06D9CED1F7D3}"/>
              </a:ext>
            </a:extLst>
          </p:cNvPr>
          <p:cNvSpPr txBox="1"/>
          <p:nvPr/>
        </p:nvSpPr>
        <p:spPr>
          <a:xfrm>
            <a:off x="7237517" y="4786621"/>
            <a:ext cx="1559110" cy="1224118"/>
          </a:xfrm>
          <a:prstGeom prst="rect">
            <a:avLst/>
          </a:prstGeom>
          <a:noFill/>
        </p:spPr>
        <p:txBody>
          <a:bodyPr wrap="square" rtlCol="0">
            <a:spAutoFit/>
          </a:bodyPr>
          <a:lstStyle/>
          <a:p>
            <a:pPr>
              <a:lnSpc>
                <a:spcPct val="120000"/>
              </a:lnSpc>
            </a:pPr>
            <a:r>
              <a:rPr lang="zh-CN" altLang="en-US" sz="3200" b="1" dirty="0">
                <a:solidFill>
                  <a:schemeClr val="tx2"/>
                </a:solidFill>
                <a:latin typeface="+mn-ea"/>
              </a:rPr>
              <a:t>元启发式算法</a:t>
            </a:r>
          </a:p>
        </p:txBody>
      </p:sp>
      <p:sp>
        <p:nvSpPr>
          <p:cNvPr id="24" name="矩形 23">
            <a:extLst>
              <a:ext uri="{FF2B5EF4-FFF2-40B4-BE49-F238E27FC236}">
                <a16:creationId xmlns:a16="http://schemas.microsoft.com/office/drawing/2014/main" id="{3B7F5213-D398-41AB-8C09-791EABE74B27}"/>
              </a:ext>
            </a:extLst>
          </p:cNvPr>
          <p:cNvSpPr/>
          <p:nvPr/>
        </p:nvSpPr>
        <p:spPr>
          <a:xfrm>
            <a:off x="1998257" y="4755741"/>
            <a:ext cx="3935218" cy="1429622"/>
          </a:xfrm>
          <a:prstGeom prst="rect">
            <a:avLst/>
          </a:prstGeom>
        </p:spPr>
        <p:txBody>
          <a:bodyPr wrap="square">
            <a:spAutoFit/>
          </a:bodyPr>
          <a:lstStyle/>
          <a:p>
            <a:pPr fontAlgn="base">
              <a:lnSpc>
                <a:spcPct val="150000"/>
              </a:lnSpc>
            </a:pPr>
            <a:r>
              <a:rPr lang="en-US" altLang="zh-CN" sz="2000" dirty="0">
                <a:solidFill>
                  <a:schemeClr val="bg2">
                    <a:lumMod val="50000"/>
                  </a:schemeClr>
                </a:solidFill>
                <a:latin typeface="PingFang SC"/>
              </a:rPr>
              <a:t>LP</a:t>
            </a:r>
            <a:r>
              <a:rPr lang="zh-CN" altLang="en-US" sz="2000" dirty="0">
                <a:solidFill>
                  <a:schemeClr val="bg2">
                    <a:lumMod val="50000"/>
                  </a:schemeClr>
                </a:solidFill>
                <a:latin typeface="PingFang SC"/>
              </a:rPr>
              <a:t>松弛</a:t>
            </a:r>
            <a:endParaRPr lang="en-US" altLang="zh-CN" sz="2000" dirty="0">
              <a:solidFill>
                <a:schemeClr val="bg2">
                  <a:lumMod val="50000"/>
                </a:schemeClr>
              </a:solidFill>
              <a:latin typeface="PingFang SC"/>
            </a:endParaRPr>
          </a:p>
          <a:p>
            <a:pPr fontAlgn="base">
              <a:lnSpc>
                <a:spcPct val="150000"/>
              </a:lnSpc>
            </a:pPr>
            <a:r>
              <a:rPr lang="en-US" altLang="zh-CN" sz="2000" dirty="0">
                <a:solidFill>
                  <a:schemeClr val="bg2">
                    <a:lumMod val="50000"/>
                  </a:schemeClr>
                </a:solidFill>
                <a:latin typeface="PingFang SC"/>
              </a:rPr>
              <a:t>DSP</a:t>
            </a:r>
            <a:r>
              <a:rPr lang="zh-CN" altLang="en-US" sz="2000" dirty="0">
                <a:solidFill>
                  <a:schemeClr val="bg2">
                    <a:lumMod val="50000"/>
                  </a:schemeClr>
                </a:solidFill>
                <a:latin typeface="PingFang SC"/>
              </a:rPr>
              <a:t>松弛</a:t>
            </a:r>
            <a:endParaRPr lang="en-US" altLang="zh-CN" sz="2000" dirty="0">
              <a:solidFill>
                <a:schemeClr val="bg2">
                  <a:lumMod val="50000"/>
                </a:schemeClr>
              </a:solidFill>
              <a:latin typeface="PingFang SC"/>
            </a:endParaRPr>
          </a:p>
          <a:p>
            <a:pPr fontAlgn="base">
              <a:lnSpc>
                <a:spcPct val="150000"/>
              </a:lnSpc>
            </a:pPr>
            <a:endParaRPr lang="en-US" altLang="zh-CN" sz="2000" dirty="0">
              <a:solidFill>
                <a:schemeClr val="bg2">
                  <a:lumMod val="50000"/>
                </a:schemeClr>
              </a:solidFill>
              <a:latin typeface="PingFang SC"/>
            </a:endParaRPr>
          </a:p>
        </p:txBody>
      </p:sp>
      <p:sp>
        <p:nvSpPr>
          <p:cNvPr id="25" name="矩形 24">
            <a:extLst>
              <a:ext uri="{FF2B5EF4-FFF2-40B4-BE49-F238E27FC236}">
                <a16:creationId xmlns:a16="http://schemas.microsoft.com/office/drawing/2014/main" id="{D67A9E45-83D7-40E8-9AE5-775619CC2B8E}"/>
              </a:ext>
            </a:extLst>
          </p:cNvPr>
          <p:cNvSpPr/>
          <p:nvPr/>
        </p:nvSpPr>
        <p:spPr>
          <a:xfrm>
            <a:off x="9032620" y="4034828"/>
            <a:ext cx="3935218" cy="1891287"/>
          </a:xfrm>
          <a:prstGeom prst="rect">
            <a:avLst/>
          </a:prstGeom>
        </p:spPr>
        <p:txBody>
          <a:bodyPr wrap="square">
            <a:spAutoFit/>
          </a:bodyPr>
          <a:lstStyle/>
          <a:p>
            <a:pPr fontAlgn="base">
              <a:lnSpc>
                <a:spcPct val="150000"/>
              </a:lnSpc>
            </a:pPr>
            <a:r>
              <a:rPr lang="zh-CN" altLang="en-US" sz="2000" dirty="0">
                <a:solidFill>
                  <a:schemeClr val="bg2">
                    <a:lumMod val="50000"/>
                  </a:schemeClr>
                </a:solidFill>
                <a:latin typeface="PingFang SC"/>
              </a:rPr>
              <a:t>模拟退火</a:t>
            </a:r>
            <a:endParaRPr lang="en-US" altLang="zh-CN" sz="2000" dirty="0">
              <a:solidFill>
                <a:schemeClr val="bg2">
                  <a:lumMod val="50000"/>
                </a:schemeClr>
              </a:solidFill>
              <a:latin typeface="PingFang SC"/>
            </a:endParaRPr>
          </a:p>
          <a:p>
            <a:pPr fontAlgn="base">
              <a:lnSpc>
                <a:spcPct val="150000"/>
              </a:lnSpc>
            </a:pPr>
            <a:r>
              <a:rPr lang="zh-CN" altLang="en-US" sz="2000" dirty="0">
                <a:solidFill>
                  <a:schemeClr val="bg2">
                    <a:lumMod val="50000"/>
                  </a:schemeClr>
                </a:solidFill>
                <a:latin typeface="PingFang SC"/>
              </a:rPr>
              <a:t>遗传算法</a:t>
            </a:r>
            <a:endParaRPr lang="en-US" altLang="zh-CN" sz="2000" dirty="0">
              <a:solidFill>
                <a:schemeClr val="bg2">
                  <a:lumMod val="50000"/>
                </a:schemeClr>
              </a:solidFill>
              <a:latin typeface="PingFang SC"/>
            </a:endParaRPr>
          </a:p>
          <a:p>
            <a:pPr fontAlgn="base">
              <a:lnSpc>
                <a:spcPct val="150000"/>
              </a:lnSpc>
            </a:pPr>
            <a:r>
              <a:rPr lang="zh-CN" altLang="en-US" sz="2000" i="0" dirty="0">
                <a:solidFill>
                  <a:schemeClr val="bg2">
                    <a:lumMod val="50000"/>
                  </a:schemeClr>
                </a:solidFill>
                <a:effectLst/>
                <a:latin typeface="PingFang SC"/>
              </a:rPr>
              <a:t>蚁群算法</a:t>
            </a:r>
            <a:endParaRPr lang="en-US" altLang="zh-CN" sz="2000" i="0" dirty="0">
              <a:solidFill>
                <a:schemeClr val="bg2">
                  <a:lumMod val="50000"/>
                </a:schemeClr>
              </a:solidFill>
              <a:effectLst/>
              <a:latin typeface="PingFang SC"/>
            </a:endParaRPr>
          </a:p>
          <a:p>
            <a:pPr fontAlgn="base">
              <a:lnSpc>
                <a:spcPct val="150000"/>
              </a:lnSpc>
            </a:pPr>
            <a:r>
              <a:rPr lang="zh-CN" altLang="en-US" sz="2000" dirty="0">
                <a:solidFill>
                  <a:schemeClr val="bg2">
                    <a:lumMod val="50000"/>
                  </a:schemeClr>
                </a:solidFill>
                <a:latin typeface="PingFang SC"/>
              </a:rPr>
              <a:t>粒子群算法</a:t>
            </a:r>
            <a:endParaRPr lang="en-US" altLang="zh-CN" sz="2000" i="0" dirty="0">
              <a:solidFill>
                <a:schemeClr val="bg2">
                  <a:lumMod val="50000"/>
                </a:schemeClr>
              </a:solidFill>
              <a:effectLst/>
              <a:latin typeface="PingFang SC"/>
            </a:endParaRPr>
          </a:p>
        </p:txBody>
      </p:sp>
      <p:sp>
        <p:nvSpPr>
          <p:cNvPr id="29" name="矩形 28">
            <a:extLst>
              <a:ext uri="{FF2B5EF4-FFF2-40B4-BE49-F238E27FC236}">
                <a16:creationId xmlns:a16="http://schemas.microsoft.com/office/drawing/2014/main" id="{66DBCC5F-2CD4-426F-9613-5965AB9868D2}"/>
              </a:ext>
            </a:extLst>
          </p:cNvPr>
          <p:cNvSpPr/>
          <p:nvPr/>
        </p:nvSpPr>
        <p:spPr>
          <a:xfrm>
            <a:off x="2219998" y="1935484"/>
            <a:ext cx="3935218" cy="1891287"/>
          </a:xfrm>
          <a:prstGeom prst="rect">
            <a:avLst/>
          </a:prstGeom>
        </p:spPr>
        <p:txBody>
          <a:bodyPr wrap="square">
            <a:spAutoFit/>
          </a:bodyPr>
          <a:lstStyle/>
          <a:p>
            <a:pPr fontAlgn="base">
              <a:lnSpc>
                <a:spcPct val="150000"/>
              </a:lnSpc>
            </a:pPr>
            <a:r>
              <a:rPr lang="en-US" altLang="zh-CN" sz="2000" dirty="0" err="1">
                <a:solidFill>
                  <a:schemeClr val="bg2">
                    <a:lumMod val="50000"/>
                  </a:schemeClr>
                </a:solidFill>
                <a:latin typeface="PingFang SC"/>
              </a:rPr>
              <a:t>WalkSAT</a:t>
            </a:r>
            <a:r>
              <a:rPr lang="zh-CN" altLang="en-US" sz="2000" dirty="0">
                <a:solidFill>
                  <a:schemeClr val="bg2">
                    <a:lumMod val="50000"/>
                  </a:schemeClr>
                </a:solidFill>
                <a:latin typeface="PingFang SC"/>
              </a:rPr>
              <a:t>类算法</a:t>
            </a:r>
            <a:endParaRPr lang="en-US" altLang="zh-CN" sz="2000" dirty="0">
              <a:solidFill>
                <a:schemeClr val="bg2">
                  <a:lumMod val="50000"/>
                </a:schemeClr>
              </a:solidFill>
              <a:latin typeface="PingFang SC"/>
            </a:endParaRPr>
          </a:p>
          <a:p>
            <a:pPr fontAlgn="base">
              <a:lnSpc>
                <a:spcPct val="150000"/>
              </a:lnSpc>
            </a:pPr>
            <a:r>
              <a:rPr lang="en-US" altLang="zh-CN" sz="2000" dirty="0" err="1">
                <a:solidFill>
                  <a:schemeClr val="bg2">
                    <a:lumMod val="50000"/>
                  </a:schemeClr>
                </a:solidFill>
                <a:latin typeface="PingFang SC"/>
              </a:rPr>
              <a:t>ProbSAT</a:t>
            </a:r>
            <a:r>
              <a:rPr lang="zh-CN" altLang="en-US" sz="2000" dirty="0">
                <a:solidFill>
                  <a:schemeClr val="bg2">
                    <a:lumMod val="50000"/>
                  </a:schemeClr>
                </a:solidFill>
                <a:latin typeface="PingFang SC"/>
              </a:rPr>
              <a:t>类算法</a:t>
            </a:r>
            <a:endParaRPr lang="en-US" altLang="zh-CN" sz="2000" dirty="0">
              <a:solidFill>
                <a:schemeClr val="bg2">
                  <a:lumMod val="50000"/>
                </a:schemeClr>
              </a:solidFill>
              <a:latin typeface="PingFang SC"/>
            </a:endParaRPr>
          </a:p>
          <a:p>
            <a:pPr fontAlgn="base">
              <a:lnSpc>
                <a:spcPct val="150000"/>
              </a:lnSpc>
            </a:pPr>
            <a:r>
              <a:rPr lang="en-US" altLang="zh-CN" sz="2000" i="0" dirty="0" err="1">
                <a:solidFill>
                  <a:schemeClr val="bg2">
                    <a:lumMod val="50000"/>
                  </a:schemeClr>
                </a:solidFill>
                <a:effectLst/>
                <a:latin typeface="PingFang SC"/>
              </a:rPr>
              <a:t>SATlike</a:t>
            </a:r>
            <a:r>
              <a:rPr lang="zh-CN" altLang="en-US" sz="2000" i="0" dirty="0">
                <a:solidFill>
                  <a:schemeClr val="bg2">
                    <a:lumMod val="50000"/>
                  </a:schemeClr>
                </a:solidFill>
                <a:effectLst/>
                <a:latin typeface="PingFang SC"/>
              </a:rPr>
              <a:t>系列</a:t>
            </a:r>
            <a:endParaRPr lang="en-US" altLang="zh-CN" sz="2000" i="0" dirty="0">
              <a:solidFill>
                <a:schemeClr val="bg2">
                  <a:lumMod val="50000"/>
                </a:schemeClr>
              </a:solidFill>
              <a:effectLst/>
              <a:latin typeface="PingFang SC"/>
            </a:endParaRPr>
          </a:p>
          <a:p>
            <a:pPr fontAlgn="base">
              <a:lnSpc>
                <a:spcPct val="150000"/>
              </a:lnSpc>
            </a:pPr>
            <a:r>
              <a:rPr lang="en-US" altLang="zh-CN" sz="2000" dirty="0" err="1">
                <a:solidFill>
                  <a:schemeClr val="bg2">
                    <a:lumMod val="50000"/>
                  </a:schemeClr>
                </a:solidFill>
                <a:latin typeface="PingFang SC"/>
              </a:rPr>
              <a:t>BandMaxSAT</a:t>
            </a:r>
            <a:endParaRPr lang="en-US" altLang="zh-CN" sz="2000" i="0" dirty="0">
              <a:solidFill>
                <a:schemeClr val="bg2">
                  <a:lumMod val="50000"/>
                </a:schemeClr>
              </a:solidFill>
              <a:effectLst/>
              <a:latin typeface="PingFang SC"/>
            </a:endParaRPr>
          </a:p>
        </p:txBody>
      </p:sp>
      <p:sp>
        <p:nvSpPr>
          <p:cNvPr id="49" name="矩形 48">
            <a:extLst>
              <a:ext uri="{FF2B5EF4-FFF2-40B4-BE49-F238E27FC236}">
                <a16:creationId xmlns:a16="http://schemas.microsoft.com/office/drawing/2014/main" id="{FED58CEA-F4C0-4DE2-888F-F061060752BD}"/>
              </a:ext>
            </a:extLst>
          </p:cNvPr>
          <p:cNvSpPr/>
          <p:nvPr/>
        </p:nvSpPr>
        <p:spPr>
          <a:xfrm>
            <a:off x="1568662" y="443405"/>
            <a:ext cx="1467068" cy="400110"/>
          </a:xfrm>
          <a:prstGeom prst="rect">
            <a:avLst/>
          </a:prstGeom>
        </p:spPr>
        <p:txBody>
          <a:bodyPr wrap="none">
            <a:noAutofit/>
          </a:bodyPr>
          <a:lstStyle/>
          <a:p>
            <a:r>
              <a:rPr lang="zh-CN" altLang="en-US" sz="2000" dirty="0">
                <a:solidFill>
                  <a:schemeClr val="bg1">
                    <a:lumMod val="50000"/>
                  </a:schemeClr>
                </a:solidFill>
                <a:latin typeface="+mn-ea"/>
              </a:rPr>
              <a:t>研究课题</a:t>
            </a:r>
          </a:p>
        </p:txBody>
      </p:sp>
      <p:sp>
        <p:nvSpPr>
          <p:cNvPr id="59" name="矩形 58">
            <a:extLst>
              <a:ext uri="{FF2B5EF4-FFF2-40B4-BE49-F238E27FC236}">
                <a16:creationId xmlns:a16="http://schemas.microsoft.com/office/drawing/2014/main" id="{74ADADA8-2FE6-454C-95B1-CD9815775D1F}"/>
              </a:ext>
            </a:extLst>
          </p:cNvPr>
          <p:cNvSpPr/>
          <p:nvPr/>
        </p:nvSpPr>
        <p:spPr>
          <a:xfrm>
            <a:off x="1236522" y="446190"/>
            <a:ext cx="697627" cy="400110"/>
          </a:xfrm>
          <a:prstGeom prst="rect">
            <a:avLst/>
          </a:prstGeom>
        </p:spPr>
        <p:txBody>
          <a:bodyPr wrap="none">
            <a:noAutofit/>
          </a:bodyPr>
          <a:lstStyle/>
          <a:p>
            <a:endParaRPr lang="zh-CN" altLang="en-US" sz="2000" dirty="0">
              <a:solidFill>
                <a:schemeClr val="bg1"/>
              </a:solidFill>
              <a:latin typeface="+mn-ea"/>
            </a:endParaRPr>
          </a:p>
        </p:txBody>
      </p:sp>
      <p:sp>
        <p:nvSpPr>
          <p:cNvPr id="60" name="矩形 59">
            <a:extLst>
              <a:ext uri="{FF2B5EF4-FFF2-40B4-BE49-F238E27FC236}">
                <a16:creationId xmlns:a16="http://schemas.microsoft.com/office/drawing/2014/main" id="{3714493C-81B3-46B2-A6F1-8A9355B9BF47}"/>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solidFill>
                <a:latin typeface="+mn-ea"/>
              </a:rPr>
              <a:t>研究背景</a:t>
            </a:r>
          </a:p>
        </p:txBody>
      </p:sp>
      <p:sp>
        <p:nvSpPr>
          <p:cNvPr id="61" name="矩形 60">
            <a:extLst>
              <a:ext uri="{FF2B5EF4-FFF2-40B4-BE49-F238E27FC236}">
                <a16:creationId xmlns:a16="http://schemas.microsoft.com/office/drawing/2014/main" id="{475BED6F-4705-43FB-92D8-C2CD1BF74381}"/>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lumMod val="50000"/>
                  </a:schemeClr>
                </a:solidFill>
                <a:latin typeface="+mn-ea"/>
              </a:rPr>
              <a:t>研究内容</a:t>
            </a:r>
          </a:p>
        </p:txBody>
      </p:sp>
      <p:sp>
        <p:nvSpPr>
          <p:cNvPr id="62" name="矩形 61">
            <a:extLst>
              <a:ext uri="{FF2B5EF4-FFF2-40B4-BE49-F238E27FC236}">
                <a16:creationId xmlns:a16="http://schemas.microsoft.com/office/drawing/2014/main" id="{B1D92F95-70AD-4940-B6FF-A4CFB78E25CF}"/>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lumMod val="50000"/>
                  </a:schemeClr>
                </a:solidFill>
                <a:latin typeface="+mn-ea"/>
              </a:rPr>
              <a:t>研究方案</a:t>
            </a:r>
          </a:p>
        </p:txBody>
      </p:sp>
      <p:sp>
        <p:nvSpPr>
          <p:cNvPr id="63" name="矩形 62">
            <a:extLst>
              <a:ext uri="{FF2B5EF4-FFF2-40B4-BE49-F238E27FC236}">
                <a16:creationId xmlns:a16="http://schemas.microsoft.com/office/drawing/2014/main" id="{D721EEC5-563C-4BB5-AABC-DEAF1AAA4135}"/>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64" name="直接连接符 63">
            <a:extLst>
              <a:ext uri="{FF2B5EF4-FFF2-40B4-BE49-F238E27FC236}">
                <a16:creationId xmlns:a16="http://schemas.microsoft.com/office/drawing/2014/main" id="{2DD1610B-460F-4488-A228-BD460F9FBFD3}"/>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EE984D82-E1DB-4190-974A-CB5BF40568ED}"/>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AC847416-920B-42F7-86DC-FB42F7A5A2FC}"/>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24B5F0B2-8914-401F-8159-7E1516D34928}"/>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7887133"/>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5B4A5D80-3A93-4BFE-A68C-6EE605F6B18A}"/>
              </a:ext>
            </a:extLst>
          </p:cNvPr>
          <p:cNvSpPr>
            <a:spLocks noGrp="1"/>
          </p:cNvSpPr>
          <p:nvPr>
            <p:ph type="body" sz="quarter" idx="10"/>
          </p:nvPr>
        </p:nvSpPr>
        <p:spPr/>
        <p:txBody>
          <a:bodyPr>
            <a:noAutofit/>
          </a:bodyPr>
          <a:lstStyle/>
          <a:p>
            <a:r>
              <a:rPr lang="en-US" altLang="zh-CN" dirty="0"/>
              <a:t>03 </a:t>
            </a:r>
            <a:r>
              <a:rPr lang="zh-CN" altLang="en-US" dirty="0"/>
              <a:t>研究内容</a:t>
            </a:r>
          </a:p>
        </p:txBody>
      </p:sp>
    </p:spTree>
    <p:extLst>
      <p:ext uri="{BB962C8B-B14F-4D97-AF65-F5344CB8AC3E}">
        <p14:creationId xmlns:p14="http://schemas.microsoft.com/office/powerpoint/2010/main" val="1396407196"/>
      </p:ext>
    </p:extLst>
  </p:cSld>
  <p:clrMapOvr>
    <a:masterClrMapping/>
  </p:clrMapOvr>
  <p:transition spd="slow" advClick="0" advTm="30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C99ADF5C-8A6D-4280-8114-C44D5CCF8E00}"/>
              </a:ext>
            </a:extLst>
          </p:cNvPr>
          <p:cNvSpPr txBox="1"/>
          <p:nvPr/>
        </p:nvSpPr>
        <p:spPr>
          <a:xfrm>
            <a:off x="1217525" y="1365094"/>
            <a:ext cx="1627275" cy="461665"/>
          </a:xfrm>
          <a:prstGeom prst="rect">
            <a:avLst/>
          </a:prstGeom>
          <a:noFill/>
        </p:spPr>
        <p:txBody>
          <a:bodyPr wrap="none" rtlCol="0">
            <a:noAutofit/>
          </a:bodyPr>
          <a:lstStyle/>
          <a:p>
            <a:r>
              <a:rPr lang="en-US" altLang="zh-CN" sz="2400" b="1" dirty="0">
                <a:solidFill>
                  <a:schemeClr val="accent1"/>
                </a:solidFill>
              </a:rPr>
              <a:t> </a:t>
            </a:r>
            <a:r>
              <a:rPr lang="zh-CN" altLang="en-US" sz="2400" b="1" dirty="0">
                <a:solidFill>
                  <a:schemeClr val="accent1"/>
                </a:solidFill>
              </a:rPr>
              <a:t>研究内容</a:t>
            </a:r>
          </a:p>
        </p:txBody>
      </p:sp>
      <p:sp>
        <p:nvSpPr>
          <p:cNvPr id="12" name="矩形 11">
            <a:extLst>
              <a:ext uri="{FF2B5EF4-FFF2-40B4-BE49-F238E27FC236}">
                <a16:creationId xmlns:a16="http://schemas.microsoft.com/office/drawing/2014/main" id="{34A8B8CD-5068-4FA6-BF18-C74D193FB53C}"/>
              </a:ext>
            </a:extLst>
          </p:cNvPr>
          <p:cNvSpPr/>
          <p:nvPr/>
        </p:nvSpPr>
        <p:spPr>
          <a:xfrm>
            <a:off x="698500"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矩形 12">
            <a:extLst>
              <a:ext uri="{FF2B5EF4-FFF2-40B4-BE49-F238E27FC236}">
                <a16:creationId xmlns:a16="http://schemas.microsoft.com/office/drawing/2014/main" id="{181D5BC5-51B2-4F0E-9F55-32A9BD9B167C}"/>
              </a:ext>
            </a:extLst>
          </p:cNvPr>
          <p:cNvSpPr/>
          <p:nvPr/>
        </p:nvSpPr>
        <p:spPr>
          <a:xfrm>
            <a:off x="880133"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54" name="矩形 53">
            <a:extLst>
              <a:ext uri="{FF2B5EF4-FFF2-40B4-BE49-F238E27FC236}">
                <a16:creationId xmlns:a16="http://schemas.microsoft.com/office/drawing/2014/main" id="{8A153303-D1E4-4C56-82E8-301505A480B0}"/>
              </a:ext>
            </a:extLst>
          </p:cNvPr>
          <p:cNvSpPr/>
          <p:nvPr/>
        </p:nvSpPr>
        <p:spPr>
          <a:xfrm>
            <a:off x="1568662" y="443405"/>
            <a:ext cx="1467068" cy="400110"/>
          </a:xfrm>
          <a:prstGeom prst="rect">
            <a:avLst/>
          </a:prstGeom>
        </p:spPr>
        <p:txBody>
          <a:bodyPr wrap="none">
            <a:noAutofit/>
          </a:bodyPr>
          <a:lstStyle/>
          <a:p>
            <a:r>
              <a:rPr lang="zh-CN" altLang="en-US" sz="2000" dirty="0">
                <a:solidFill>
                  <a:schemeClr val="bg1">
                    <a:lumMod val="50000"/>
                  </a:schemeClr>
                </a:solidFill>
                <a:latin typeface="+mn-ea"/>
              </a:rPr>
              <a:t>研究课题</a:t>
            </a:r>
          </a:p>
        </p:txBody>
      </p:sp>
      <p:sp>
        <p:nvSpPr>
          <p:cNvPr id="55" name="矩形 54">
            <a:extLst>
              <a:ext uri="{FF2B5EF4-FFF2-40B4-BE49-F238E27FC236}">
                <a16:creationId xmlns:a16="http://schemas.microsoft.com/office/drawing/2014/main" id="{C639D513-C773-4CD0-8F92-656B1B5CC59B}"/>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lumMod val="50000"/>
                  </a:schemeClr>
                </a:solidFill>
                <a:latin typeface="+mn-ea"/>
              </a:rPr>
              <a:t>研究背景</a:t>
            </a:r>
          </a:p>
        </p:txBody>
      </p:sp>
      <p:sp>
        <p:nvSpPr>
          <p:cNvPr id="56" name="矩形 55">
            <a:extLst>
              <a:ext uri="{FF2B5EF4-FFF2-40B4-BE49-F238E27FC236}">
                <a16:creationId xmlns:a16="http://schemas.microsoft.com/office/drawing/2014/main" id="{7D374EBF-1406-4AF8-88D6-421ADDC523F4}"/>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solidFill>
                <a:latin typeface="+mn-ea"/>
              </a:rPr>
              <a:t>研究内容</a:t>
            </a:r>
          </a:p>
        </p:txBody>
      </p:sp>
      <p:sp>
        <p:nvSpPr>
          <p:cNvPr id="57" name="矩形 56">
            <a:extLst>
              <a:ext uri="{FF2B5EF4-FFF2-40B4-BE49-F238E27FC236}">
                <a16:creationId xmlns:a16="http://schemas.microsoft.com/office/drawing/2014/main" id="{477EDC90-D745-4AF4-BB3E-FC8784537AB1}"/>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lumMod val="50000"/>
                  </a:schemeClr>
                </a:solidFill>
                <a:latin typeface="+mn-ea"/>
              </a:rPr>
              <a:t>研究方案</a:t>
            </a:r>
          </a:p>
        </p:txBody>
      </p:sp>
      <p:sp>
        <p:nvSpPr>
          <p:cNvPr id="58" name="矩形 57">
            <a:extLst>
              <a:ext uri="{FF2B5EF4-FFF2-40B4-BE49-F238E27FC236}">
                <a16:creationId xmlns:a16="http://schemas.microsoft.com/office/drawing/2014/main" id="{2380F92C-ADEA-4D30-BE15-76B538BD176F}"/>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59" name="直接连接符 58">
            <a:extLst>
              <a:ext uri="{FF2B5EF4-FFF2-40B4-BE49-F238E27FC236}">
                <a16:creationId xmlns:a16="http://schemas.microsoft.com/office/drawing/2014/main" id="{CB1B166C-994A-4A6B-AF27-8F6268F5E61F}"/>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7A988341-ECA5-4016-9A31-627EACB3F675}"/>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A719FC0F-7104-4534-AC54-217C8ADF96BD}"/>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C2977C3F-A0A5-4B18-8673-7E37CAE79D47}"/>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4" name="Freeform 5">
            <a:extLst>
              <a:ext uri="{FF2B5EF4-FFF2-40B4-BE49-F238E27FC236}">
                <a16:creationId xmlns:a16="http://schemas.microsoft.com/office/drawing/2014/main" id="{74135345-F95C-4016-BB6A-1D99387D6CFD}"/>
              </a:ext>
            </a:extLst>
          </p:cNvPr>
          <p:cNvSpPr>
            <a:spLocks noEditPoints="1"/>
          </p:cNvSpPr>
          <p:nvPr/>
        </p:nvSpPr>
        <p:spPr bwMode="auto">
          <a:xfrm>
            <a:off x="3911576" y="2016971"/>
            <a:ext cx="3454313" cy="3127992"/>
          </a:xfrm>
          <a:custGeom>
            <a:avLst/>
            <a:gdLst>
              <a:gd name="T0" fmla="*/ 1823 w 1879"/>
              <a:gd name="T1" fmla="*/ 192 h 1701"/>
              <a:gd name="T2" fmla="*/ 1506 w 1879"/>
              <a:gd name="T3" fmla="*/ 8 h 1701"/>
              <a:gd name="T4" fmla="*/ 315 w 1879"/>
              <a:gd name="T5" fmla="*/ 21 h 1701"/>
              <a:gd name="T6" fmla="*/ 146 w 1879"/>
              <a:gd name="T7" fmla="*/ 99 h 1701"/>
              <a:gd name="T8" fmla="*/ 8 w 1879"/>
              <a:gd name="T9" fmla="*/ 442 h 1701"/>
              <a:gd name="T10" fmla="*/ 60 w 1879"/>
              <a:gd name="T11" fmla="*/ 617 h 1701"/>
              <a:gd name="T12" fmla="*/ 230 w 1879"/>
              <a:gd name="T13" fmla="*/ 912 h 1701"/>
              <a:gd name="T14" fmla="*/ 401 w 1879"/>
              <a:gd name="T15" fmla="*/ 1200 h 1701"/>
              <a:gd name="T16" fmla="*/ 577 w 1879"/>
              <a:gd name="T17" fmla="*/ 1490 h 1701"/>
              <a:gd name="T18" fmla="*/ 878 w 1879"/>
              <a:gd name="T19" fmla="*/ 1696 h 1701"/>
              <a:gd name="T20" fmla="*/ 1069 w 1879"/>
              <a:gd name="T21" fmla="*/ 1678 h 1701"/>
              <a:gd name="T22" fmla="*/ 1340 w 1879"/>
              <a:gd name="T23" fmla="*/ 1439 h 1701"/>
              <a:gd name="T24" fmla="*/ 1512 w 1879"/>
              <a:gd name="T25" fmla="*/ 1150 h 1701"/>
              <a:gd name="T26" fmla="*/ 1683 w 1879"/>
              <a:gd name="T27" fmla="*/ 862 h 1701"/>
              <a:gd name="T28" fmla="*/ 1847 w 1879"/>
              <a:gd name="T29" fmla="*/ 559 h 1701"/>
              <a:gd name="T30" fmla="*/ 563 w 1879"/>
              <a:gd name="T31" fmla="*/ 100 h 1701"/>
              <a:gd name="T32" fmla="*/ 758 w 1879"/>
              <a:gd name="T33" fmla="*/ 100 h 1701"/>
              <a:gd name="T34" fmla="*/ 937 w 1879"/>
              <a:gd name="T35" fmla="*/ 51 h 1701"/>
              <a:gd name="T36" fmla="*/ 1234 w 1879"/>
              <a:gd name="T37" fmla="*/ 99 h 1701"/>
              <a:gd name="T38" fmla="*/ 1401 w 1879"/>
              <a:gd name="T39" fmla="*/ 100 h 1701"/>
              <a:gd name="T40" fmla="*/ 1498 w 1879"/>
              <a:gd name="T41" fmla="*/ 59 h 1701"/>
              <a:gd name="T42" fmla="*/ 1577 w 1879"/>
              <a:gd name="T43" fmla="*/ 128 h 1701"/>
              <a:gd name="T44" fmla="*/ 1684 w 1879"/>
              <a:gd name="T45" fmla="*/ 185 h 1701"/>
              <a:gd name="T46" fmla="*/ 1780 w 1879"/>
              <a:gd name="T47" fmla="*/ 219 h 1701"/>
              <a:gd name="T48" fmla="*/ 1770 w 1879"/>
              <a:gd name="T49" fmla="*/ 320 h 1701"/>
              <a:gd name="T50" fmla="*/ 1774 w 1879"/>
              <a:gd name="T51" fmla="*/ 440 h 1701"/>
              <a:gd name="T52" fmla="*/ 1799 w 1879"/>
              <a:gd name="T53" fmla="*/ 542 h 1701"/>
              <a:gd name="T54" fmla="*/ 1716 w 1879"/>
              <a:gd name="T55" fmla="*/ 608 h 1701"/>
              <a:gd name="T56" fmla="*/ 1647 w 1879"/>
              <a:gd name="T57" fmla="*/ 727 h 1701"/>
              <a:gd name="T58" fmla="*/ 1639 w 1879"/>
              <a:gd name="T59" fmla="*/ 836 h 1701"/>
              <a:gd name="T60" fmla="*/ 1583 w 1879"/>
              <a:gd name="T61" fmla="*/ 929 h 1701"/>
              <a:gd name="T62" fmla="*/ 1475 w 1879"/>
              <a:gd name="T63" fmla="*/ 1015 h 1701"/>
              <a:gd name="T64" fmla="*/ 1438 w 1879"/>
              <a:gd name="T65" fmla="*/ 1174 h 1701"/>
              <a:gd name="T66" fmla="*/ 1382 w 1879"/>
              <a:gd name="T67" fmla="*/ 1268 h 1701"/>
              <a:gd name="T68" fmla="*/ 1327 w 1879"/>
              <a:gd name="T69" fmla="*/ 1362 h 1701"/>
              <a:gd name="T70" fmla="*/ 1218 w 1879"/>
              <a:gd name="T71" fmla="*/ 1440 h 1701"/>
              <a:gd name="T72" fmla="*/ 1192 w 1879"/>
              <a:gd name="T73" fmla="*/ 1541 h 1701"/>
              <a:gd name="T74" fmla="*/ 1098 w 1879"/>
              <a:gd name="T75" fmla="*/ 1553 h 1701"/>
              <a:gd name="T76" fmla="*/ 1051 w 1879"/>
              <a:gd name="T77" fmla="*/ 1630 h 1701"/>
              <a:gd name="T78" fmla="*/ 955 w 1879"/>
              <a:gd name="T79" fmla="*/ 1601 h 1701"/>
              <a:gd name="T80" fmla="*/ 887 w 1879"/>
              <a:gd name="T81" fmla="*/ 1645 h 1701"/>
              <a:gd name="T82" fmla="*/ 736 w 1879"/>
              <a:gd name="T83" fmla="*/ 1579 h 1701"/>
              <a:gd name="T84" fmla="*/ 716 w 1879"/>
              <a:gd name="T85" fmla="*/ 1498 h 1701"/>
              <a:gd name="T86" fmla="*/ 619 w 1879"/>
              <a:gd name="T87" fmla="*/ 1460 h 1701"/>
              <a:gd name="T88" fmla="*/ 607 w 1879"/>
              <a:gd name="T89" fmla="*/ 1354 h 1701"/>
              <a:gd name="T90" fmla="*/ 536 w 1879"/>
              <a:gd name="T91" fmla="*/ 1232 h 1701"/>
              <a:gd name="T92" fmla="*/ 451 w 1879"/>
              <a:gd name="T93" fmla="*/ 1089 h 1701"/>
              <a:gd name="T94" fmla="*/ 359 w 1879"/>
              <a:gd name="T95" fmla="*/ 1030 h 1701"/>
              <a:gd name="T96" fmla="*/ 351 w 1879"/>
              <a:gd name="T97" fmla="*/ 921 h 1701"/>
              <a:gd name="T98" fmla="*/ 279 w 1879"/>
              <a:gd name="T99" fmla="*/ 800 h 1701"/>
              <a:gd name="T100" fmla="*/ 158 w 1879"/>
              <a:gd name="T101" fmla="*/ 691 h 1701"/>
              <a:gd name="T102" fmla="*/ 106 w 1879"/>
              <a:gd name="T103" fmla="*/ 596 h 1701"/>
              <a:gd name="T104" fmla="*/ 125 w 1879"/>
              <a:gd name="T105" fmla="*/ 509 h 1701"/>
              <a:gd name="T106" fmla="*/ 59 w 1879"/>
              <a:gd name="T107" fmla="*/ 435 h 1701"/>
              <a:gd name="T108" fmla="*/ 107 w 1879"/>
              <a:gd name="T109" fmla="*/ 345 h 1701"/>
              <a:gd name="T110" fmla="*/ 150 w 1879"/>
              <a:gd name="T111" fmla="*/ 237 h 1701"/>
              <a:gd name="T112" fmla="*/ 177 w 1879"/>
              <a:gd name="T113" fmla="*/ 140 h 1701"/>
              <a:gd name="T114" fmla="*/ 280 w 1879"/>
              <a:gd name="T115" fmla="*/ 137 h 1701"/>
              <a:gd name="T116" fmla="*/ 403 w 1879"/>
              <a:gd name="T117" fmla="*/ 106 h 1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79" h="1701">
                <a:moveTo>
                  <a:pt x="1878" y="377"/>
                </a:moveTo>
                <a:cubicBezTo>
                  <a:pt x="1878" y="376"/>
                  <a:pt x="1878" y="376"/>
                  <a:pt x="1878" y="376"/>
                </a:cubicBezTo>
                <a:cubicBezTo>
                  <a:pt x="1878" y="376"/>
                  <a:pt x="1878" y="376"/>
                  <a:pt x="1878" y="376"/>
                </a:cubicBezTo>
                <a:cubicBezTo>
                  <a:pt x="1878" y="376"/>
                  <a:pt x="1878" y="376"/>
                  <a:pt x="1878" y="376"/>
                </a:cubicBezTo>
                <a:cubicBezTo>
                  <a:pt x="1878" y="376"/>
                  <a:pt x="1878" y="376"/>
                  <a:pt x="1878" y="376"/>
                </a:cubicBezTo>
                <a:cubicBezTo>
                  <a:pt x="1878" y="376"/>
                  <a:pt x="1878" y="376"/>
                  <a:pt x="1878" y="376"/>
                </a:cubicBezTo>
                <a:cubicBezTo>
                  <a:pt x="1876" y="308"/>
                  <a:pt x="1857" y="244"/>
                  <a:pt x="1823" y="192"/>
                </a:cubicBezTo>
                <a:cubicBezTo>
                  <a:pt x="1823" y="192"/>
                  <a:pt x="1823" y="192"/>
                  <a:pt x="1823" y="192"/>
                </a:cubicBezTo>
                <a:cubicBezTo>
                  <a:pt x="1823" y="192"/>
                  <a:pt x="1823" y="192"/>
                  <a:pt x="1823" y="192"/>
                </a:cubicBezTo>
                <a:cubicBezTo>
                  <a:pt x="1823" y="191"/>
                  <a:pt x="1823" y="191"/>
                  <a:pt x="1823" y="191"/>
                </a:cubicBezTo>
                <a:cubicBezTo>
                  <a:pt x="1790" y="140"/>
                  <a:pt x="1741" y="96"/>
                  <a:pt x="1681" y="64"/>
                </a:cubicBezTo>
                <a:cubicBezTo>
                  <a:pt x="1681" y="64"/>
                  <a:pt x="1681" y="64"/>
                  <a:pt x="1681" y="64"/>
                </a:cubicBezTo>
                <a:cubicBezTo>
                  <a:pt x="1681" y="64"/>
                  <a:pt x="1681" y="64"/>
                  <a:pt x="1681" y="64"/>
                </a:cubicBezTo>
                <a:cubicBezTo>
                  <a:pt x="1680" y="64"/>
                  <a:pt x="1680" y="64"/>
                  <a:pt x="1680" y="64"/>
                </a:cubicBezTo>
                <a:cubicBezTo>
                  <a:pt x="1630" y="37"/>
                  <a:pt x="1573" y="19"/>
                  <a:pt x="1506" y="8"/>
                </a:cubicBezTo>
                <a:cubicBezTo>
                  <a:pt x="1506" y="8"/>
                  <a:pt x="1506" y="8"/>
                  <a:pt x="1506" y="8"/>
                </a:cubicBezTo>
                <a:cubicBezTo>
                  <a:pt x="1506" y="8"/>
                  <a:pt x="1506" y="8"/>
                  <a:pt x="1506" y="8"/>
                </a:cubicBezTo>
                <a:cubicBezTo>
                  <a:pt x="1506" y="8"/>
                  <a:pt x="1506" y="8"/>
                  <a:pt x="1506" y="8"/>
                </a:cubicBezTo>
                <a:cubicBezTo>
                  <a:pt x="1506" y="8"/>
                  <a:pt x="1506" y="8"/>
                  <a:pt x="1506" y="8"/>
                </a:cubicBezTo>
                <a:cubicBezTo>
                  <a:pt x="1505" y="8"/>
                  <a:pt x="1505" y="8"/>
                  <a:pt x="1505" y="8"/>
                </a:cubicBezTo>
                <a:cubicBezTo>
                  <a:pt x="1457" y="1"/>
                  <a:pt x="1406" y="0"/>
                  <a:pt x="1363" y="0"/>
                </a:cubicBezTo>
                <a:cubicBezTo>
                  <a:pt x="1357" y="0"/>
                  <a:pt x="1351" y="0"/>
                  <a:pt x="1345" y="0"/>
                </a:cubicBezTo>
                <a:cubicBezTo>
                  <a:pt x="1332" y="0"/>
                  <a:pt x="1332" y="0"/>
                  <a:pt x="1332" y="0"/>
                </a:cubicBezTo>
                <a:cubicBezTo>
                  <a:pt x="493" y="0"/>
                  <a:pt x="493" y="0"/>
                  <a:pt x="493" y="0"/>
                </a:cubicBezTo>
                <a:cubicBezTo>
                  <a:pt x="493" y="0"/>
                  <a:pt x="493" y="0"/>
                  <a:pt x="493" y="0"/>
                </a:cubicBezTo>
                <a:cubicBezTo>
                  <a:pt x="493" y="0"/>
                  <a:pt x="493" y="0"/>
                  <a:pt x="493" y="0"/>
                </a:cubicBezTo>
                <a:cubicBezTo>
                  <a:pt x="430" y="0"/>
                  <a:pt x="370" y="7"/>
                  <a:pt x="315" y="21"/>
                </a:cubicBezTo>
                <a:cubicBezTo>
                  <a:pt x="315" y="21"/>
                  <a:pt x="315" y="21"/>
                  <a:pt x="315" y="21"/>
                </a:cubicBezTo>
                <a:cubicBezTo>
                  <a:pt x="315" y="21"/>
                  <a:pt x="315" y="21"/>
                  <a:pt x="315" y="21"/>
                </a:cubicBezTo>
                <a:cubicBezTo>
                  <a:pt x="315" y="21"/>
                  <a:pt x="315" y="21"/>
                  <a:pt x="315" y="21"/>
                </a:cubicBezTo>
                <a:cubicBezTo>
                  <a:pt x="314" y="21"/>
                  <a:pt x="314" y="21"/>
                  <a:pt x="314" y="21"/>
                </a:cubicBezTo>
                <a:cubicBezTo>
                  <a:pt x="314" y="21"/>
                  <a:pt x="314" y="21"/>
                  <a:pt x="314" y="21"/>
                </a:cubicBezTo>
                <a:cubicBezTo>
                  <a:pt x="249" y="38"/>
                  <a:pt x="193" y="64"/>
                  <a:pt x="146" y="99"/>
                </a:cubicBezTo>
                <a:cubicBezTo>
                  <a:pt x="146" y="99"/>
                  <a:pt x="146" y="99"/>
                  <a:pt x="146" y="99"/>
                </a:cubicBezTo>
                <a:cubicBezTo>
                  <a:pt x="146" y="99"/>
                  <a:pt x="146" y="99"/>
                  <a:pt x="146" y="99"/>
                </a:cubicBezTo>
                <a:cubicBezTo>
                  <a:pt x="146" y="99"/>
                  <a:pt x="146" y="99"/>
                  <a:pt x="146" y="99"/>
                </a:cubicBezTo>
                <a:cubicBezTo>
                  <a:pt x="145" y="99"/>
                  <a:pt x="145" y="99"/>
                  <a:pt x="145" y="99"/>
                </a:cubicBezTo>
                <a:cubicBezTo>
                  <a:pt x="145" y="100"/>
                  <a:pt x="145" y="100"/>
                  <a:pt x="145" y="100"/>
                </a:cubicBezTo>
                <a:cubicBezTo>
                  <a:pt x="92" y="140"/>
                  <a:pt x="51" y="195"/>
                  <a:pt x="29" y="253"/>
                </a:cubicBezTo>
                <a:cubicBezTo>
                  <a:pt x="29" y="253"/>
                  <a:pt x="29" y="253"/>
                  <a:pt x="29" y="253"/>
                </a:cubicBezTo>
                <a:cubicBezTo>
                  <a:pt x="29" y="253"/>
                  <a:pt x="29" y="253"/>
                  <a:pt x="29" y="253"/>
                </a:cubicBezTo>
                <a:cubicBezTo>
                  <a:pt x="29" y="253"/>
                  <a:pt x="29" y="253"/>
                  <a:pt x="29" y="253"/>
                </a:cubicBezTo>
                <a:cubicBezTo>
                  <a:pt x="29" y="253"/>
                  <a:pt x="29" y="253"/>
                  <a:pt x="29" y="253"/>
                </a:cubicBezTo>
                <a:cubicBezTo>
                  <a:pt x="7" y="310"/>
                  <a:pt x="0" y="375"/>
                  <a:pt x="8" y="441"/>
                </a:cubicBezTo>
                <a:cubicBezTo>
                  <a:pt x="8" y="442"/>
                  <a:pt x="8" y="442"/>
                  <a:pt x="8" y="442"/>
                </a:cubicBezTo>
                <a:cubicBezTo>
                  <a:pt x="8" y="442"/>
                  <a:pt x="8" y="442"/>
                  <a:pt x="8" y="442"/>
                </a:cubicBezTo>
                <a:cubicBezTo>
                  <a:pt x="8" y="442"/>
                  <a:pt x="8" y="442"/>
                  <a:pt x="8" y="442"/>
                </a:cubicBezTo>
                <a:cubicBezTo>
                  <a:pt x="8" y="442"/>
                  <a:pt x="8" y="442"/>
                  <a:pt x="8" y="442"/>
                </a:cubicBezTo>
                <a:cubicBezTo>
                  <a:pt x="15" y="498"/>
                  <a:pt x="32" y="555"/>
                  <a:pt x="59" y="616"/>
                </a:cubicBezTo>
                <a:cubicBezTo>
                  <a:pt x="60" y="616"/>
                  <a:pt x="60" y="616"/>
                  <a:pt x="60" y="616"/>
                </a:cubicBezTo>
                <a:cubicBezTo>
                  <a:pt x="60" y="617"/>
                  <a:pt x="60" y="617"/>
                  <a:pt x="60" y="617"/>
                </a:cubicBezTo>
                <a:cubicBezTo>
                  <a:pt x="60" y="617"/>
                  <a:pt x="60" y="617"/>
                  <a:pt x="60" y="617"/>
                </a:cubicBezTo>
                <a:cubicBezTo>
                  <a:pt x="60" y="617"/>
                  <a:pt x="60" y="617"/>
                  <a:pt x="60" y="617"/>
                </a:cubicBezTo>
                <a:cubicBezTo>
                  <a:pt x="60" y="617"/>
                  <a:pt x="60" y="617"/>
                  <a:pt x="60" y="617"/>
                </a:cubicBezTo>
                <a:cubicBezTo>
                  <a:pt x="78" y="657"/>
                  <a:pt x="100" y="693"/>
                  <a:pt x="120" y="728"/>
                </a:cubicBezTo>
                <a:cubicBezTo>
                  <a:pt x="121" y="729"/>
                  <a:pt x="121" y="729"/>
                  <a:pt x="121" y="729"/>
                </a:cubicBezTo>
                <a:cubicBezTo>
                  <a:pt x="128" y="741"/>
                  <a:pt x="136" y="754"/>
                  <a:pt x="144" y="767"/>
                </a:cubicBezTo>
                <a:cubicBezTo>
                  <a:pt x="144" y="768"/>
                  <a:pt x="144" y="768"/>
                  <a:pt x="144" y="768"/>
                </a:cubicBezTo>
                <a:cubicBezTo>
                  <a:pt x="144" y="768"/>
                  <a:pt x="144" y="768"/>
                  <a:pt x="144" y="768"/>
                </a:cubicBezTo>
                <a:cubicBezTo>
                  <a:pt x="144" y="768"/>
                  <a:pt x="144" y="768"/>
                  <a:pt x="144" y="768"/>
                </a:cubicBezTo>
                <a:cubicBezTo>
                  <a:pt x="229" y="911"/>
                  <a:pt x="229" y="911"/>
                  <a:pt x="229" y="911"/>
                </a:cubicBezTo>
                <a:cubicBezTo>
                  <a:pt x="230" y="911"/>
                  <a:pt x="230" y="911"/>
                  <a:pt x="230" y="911"/>
                </a:cubicBezTo>
                <a:cubicBezTo>
                  <a:pt x="230" y="912"/>
                  <a:pt x="230" y="912"/>
                  <a:pt x="230" y="912"/>
                </a:cubicBezTo>
                <a:cubicBezTo>
                  <a:pt x="230" y="912"/>
                  <a:pt x="230" y="912"/>
                  <a:pt x="230" y="912"/>
                </a:cubicBezTo>
                <a:cubicBezTo>
                  <a:pt x="315" y="1055"/>
                  <a:pt x="315" y="1055"/>
                  <a:pt x="315" y="1055"/>
                </a:cubicBezTo>
                <a:cubicBezTo>
                  <a:pt x="315" y="1056"/>
                  <a:pt x="315" y="1056"/>
                  <a:pt x="315" y="1056"/>
                </a:cubicBezTo>
                <a:cubicBezTo>
                  <a:pt x="315" y="1056"/>
                  <a:pt x="315" y="1056"/>
                  <a:pt x="315" y="1056"/>
                </a:cubicBezTo>
                <a:cubicBezTo>
                  <a:pt x="315" y="1056"/>
                  <a:pt x="315" y="1056"/>
                  <a:pt x="315" y="1056"/>
                </a:cubicBezTo>
                <a:cubicBezTo>
                  <a:pt x="315" y="1056"/>
                  <a:pt x="315" y="1056"/>
                  <a:pt x="315" y="1056"/>
                </a:cubicBezTo>
                <a:cubicBezTo>
                  <a:pt x="400" y="1200"/>
                  <a:pt x="400" y="1200"/>
                  <a:pt x="400" y="1200"/>
                </a:cubicBezTo>
                <a:cubicBezTo>
                  <a:pt x="401" y="1200"/>
                  <a:pt x="401" y="1200"/>
                  <a:pt x="401" y="1200"/>
                </a:cubicBezTo>
                <a:cubicBezTo>
                  <a:pt x="401" y="1200"/>
                  <a:pt x="401" y="1200"/>
                  <a:pt x="401" y="1200"/>
                </a:cubicBezTo>
                <a:cubicBezTo>
                  <a:pt x="401" y="1200"/>
                  <a:pt x="401" y="1200"/>
                  <a:pt x="401" y="1200"/>
                </a:cubicBezTo>
                <a:cubicBezTo>
                  <a:pt x="486" y="1344"/>
                  <a:pt x="486" y="1344"/>
                  <a:pt x="486" y="1344"/>
                </a:cubicBezTo>
                <a:cubicBezTo>
                  <a:pt x="486" y="1344"/>
                  <a:pt x="486" y="1344"/>
                  <a:pt x="486" y="1344"/>
                </a:cubicBezTo>
                <a:cubicBezTo>
                  <a:pt x="486" y="1344"/>
                  <a:pt x="486" y="1344"/>
                  <a:pt x="486" y="1344"/>
                </a:cubicBezTo>
                <a:cubicBezTo>
                  <a:pt x="486" y="1344"/>
                  <a:pt x="486" y="1344"/>
                  <a:pt x="486" y="1344"/>
                </a:cubicBezTo>
                <a:cubicBezTo>
                  <a:pt x="486" y="1345"/>
                  <a:pt x="486" y="1345"/>
                  <a:pt x="486" y="1345"/>
                </a:cubicBezTo>
                <a:cubicBezTo>
                  <a:pt x="494" y="1357"/>
                  <a:pt x="502" y="1371"/>
                  <a:pt x="510" y="1384"/>
                </a:cubicBezTo>
                <a:cubicBezTo>
                  <a:pt x="510" y="1385"/>
                  <a:pt x="510" y="1385"/>
                  <a:pt x="510" y="1385"/>
                </a:cubicBezTo>
                <a:cubicBezTo>
                  <a:pt x="530" y="1419"/>
                  <a:pt x="551" y="1455"/>
                  <a:pt x="577" y="1490"/>
                </a:cubicBezTo>
                <a:cubicBezTo>
                  <a:pt x="578" y="1491"/>
                  <a:pt x="578" y="1491"/>
                  <a:pt x="578" y="1491"/>
                </a:cubicBezTo>
                <a:cubicBezTo>
                  <a:pt x="578" y="1491"/>
                  <a:pt x="578" y="1491"/>
                  <a:pt x="578" y="1491"/>
                </a:cubicBezTo>
                <a:cubicBezTo>
                  <a:pt x="578" y="1491"/>
                  <a:pt x="578" y="1491"/>
                  <a:pt x="578" y="1491"/>
                </a:cubicBezTo>
                <a:cubicBezTo>
                  <a:pt x="578" y="1491"/>
                  <a:pt x="578" y="1491"/>
                  <a:pt x="578" y="1491"/>
                </a:cubicBezTo>
                <a:cubicBezTo>
                  <a:pt x="619" y="1545"/>
                  <a:pt x="660" y="1587"/>
                  <a:pt x="705" y="1620"/>
                </a:cubicBezTo>
                <a:cubicBezTo>
                  <a:pt x="706" y="1620"/>
                  <a:pt x="706" y="1620"/>
                  <a:pt x="706" y="1620"/>
                </a:cubicBezTo>
                <a:cubicBezTo>
                  <a:pt x="706" y="1620"/>
                  <a:pt x="706" y="1620"/>
                  <a:pt x="706" y="1620"/>
                </a:cubicBezTo>
                <a:cubicBezTo>
                  <a:pt x="706" y="1620"/>
                  <a:pt x="706" y="1620"/>
                  <a:pt x="706" y="1620"/>
                </a:cubicBezTo>
                <a:cubicBezTo>
                  <a:pt x="758" y="1659"/>
                  <a:pt x="818" y="1685"/>
                  <a:pt x="878" y="1696"/>
                </a:cubicBezTo>
                <a:cubicBezTo>
                  <a:pt x="878" y="1696"/>
                  <a:pt x="878" y="1696"/>
                  <a:pt x="878" y="1696"/>
                </a:cubicBezTo>
                <a:cubicBezTo>
                  <a:pt x="878" y="1696"/>
                  <a:pt x="878" y="1696"/>
                  <a:pt x="878" y="1696"/>
                </a:cubicBezTo>
                <a:cubicBezTo>
                  <a:pt x="879" y="1696"/>
                  <a:pt x="879" y="1696"/>
                  <a:pt x="879" y="1696"/>
                </a:cubicBezTo>
                <a:cubicBezTo>
                  <a:pt x="879" y="1696"/>
                  <a:pt x="879" y="1696"/>
                  <a:pt x="879" y="1696"/>
                </a:cubicBezTo>
                <a:cubicBezTo>
                  <a:pt x="899" y="1699"/>
                  <a:pt x="920" y="1701"/>
                  <a:pt x="941" y="1701"/>
                </a:cubicBezTo>
                <a:cubicBezTo>
                  <a:pt x="985" y="1701"/>
                  <a:pt x="1029" y="1693"/>
                  <a:pt x="1068" y="1679"/>
                </a:cubicBezTo>
                <a:cubicBezTo>
                  <a:pt x="1069" y="1678"/>
                  <a:pt x="1069" y="1678"/>
                  <a:pt x="1069" y="1678"/>
                </a:cubicBezTo>
                <a:cubicBezTo>
                  <a:pt x="1069" y="1678"/>
                  <a:pt x="1069" y="1678"/>
                  <a:pt x="1069" y="1678"/>
                </a:cubicBezTo>
                <a:cubicBezTo>
                  <a:pt x="1069" y="1678"/>
                  <a:pt x="1069" y="1678"/>
                  <a:pt x="1069" y="1678"/>
                </a:cubicBezTo>
                <a:cubicBezTo>
                  <a:pt x="1070" y="1678"/>
                  <a:pt x="1070" y="1678"/>
                  <a:pt x="1070" y="1678"/>
                </a:cubicBezTo>
                <a:cubicBezTo>
                  <a:pt x="1125" y="1658"/>
                  <a:pt x="1178" y="1625"/>
                  <a:pt x="1226" y="1579"/>
                </a:cubicBezTo>
                <a:cubicBezTo>
                  <a:pt x="1226" y="1579"/>
                  <a:pt x="1226" y="1579"/>
                  <a:pt x="1226" y="1579"/>
                </a:cubicBezTo>
                <a:cubicBezTo>
                  <a:pt x="1226" y="1579"/>
                  <a:pt x="1226" y="1579"/>
                  <a:pt x="1226" y="1579"/>
                </a:cubicBezTo>
                <a:cubicBezTo>
                  <a:pt x="1227" y="1579"/>
                  <a:pt x="1227" y="1579"/>
                  <a:pt x="1227" y="1579"/>
                </a:cubicBezTo>
                <a:cubicBezTo>
                  <a:pt x="1227" y="1579"/>
                  <a:pt x="1227" y="1579"/>
                  <a:pt x="1227" y="1579"/>
                </a:cubicBezTo>
                <a:cubicBezTo>
                  <a:pt x="1227" y="1579"/>
                  <a:pt x="1227" y="1579"/>
                  <a:pt x="1227" y="1579"/>
                </a:cubicBezTo>
                <a:cubicBezTo>
                  <a:pt x="1268" y="1540"/>
                  <a:pt x="1305" y="1495"/>
                  <a:pt x="1340" y="1439"/>
                </a:cubicBezTo>
                <a:cubicBezTo>
                  <a:pt x="1340" y="1439"/>
                  <a:pt x="1340" y="1439"/>
                  <a:pt x="1340" y="1439"/>
                </a:cubicBezTo>
                <a:cubicBezTo>
                  <a:pt x="1340" y="1439"/>
                  <a:pt x="1340" y="1439"/>
                  <a:pt x="1340" y="1439"/>
                </a:cubicBezTo>
                <a:cubicBezTo>
                  <a:pt x="1340" y="1438"/>
                  <a:pt x="1340" y="1438"/>
                  <a:pt x="1340" y="1438"/>
                </a:cubicBezTo>
                <a:cubicBezTo>
                  <a:pt x="1360" y="1406"/>
                  <a:pt x="1379" y="1374"/>
                  <a:pt x="1396" y="1345"/>
                </a:cubicBezTo>
                <a:cubicBezTo>
                  <a:pt x="1399" y="1340"/>
                  <a:pt x="1399" y="1340"/>
                  <a:pt x="1399" y="1340"/>
                </a:cubicBezTo>
                <a:cubicBezTo>
                  <a:pt x="1408" y="1325"/>
                  <a:pt x="1417" y="1310"/>
                  <a:pt x="1426" y="1294"/>
                </a:cubicBezTo>
                <a:cubicBezTo>
                  <a:pt x="1426" y="1294"/>
                  <a:pt x="1426" y="1294"/>
                  <a:pt x="1426" y="1294"/>
                </a:cubicBezTo>
                <a:cubicBezTo>
                  <a:pt x="1426" y="1294"/>
                  <a:pt x="1426" y="1294"/>
                  <a:pt x="1426" y="1294"/>
                </a:cubicBezTo>
                <a:cubicBezTo>
                  <a:pt x="1427" y="1294"/>
                  <a:pt x="1427" y="1294"/>
                  <a:pt x="1427" y="1294"/>
                </a:cubicBezTo>
                <a:cubicBezTo>
                  <a:pt x="1512" y="1150"/>
                  <a:pt x="1512" y="1150"/>
                  <a:pt x="1512" y="1150"/>
                </a:cubicBezTo>
                <a:cubicBezTo>
                  <a:pt x="1512" y="1150"/>
                  <a:pt x="1512" y="1150"/>
                  <a:pt x="1512" y="1150"/>
                </a:cubicBezTo>
                <a:cubicBezTo>
                  <a:pt x="1512" y="1150"/>
                  <a:pt x="1512" y="1150"/>
                  <a:pt x="1512" y="1150"/>
                </a:cubicBezTo>
                <a:cubicBezTo>
                  <a:pt x="1512" y="1149"/>
                  <a:pt x="1512" y="1149"/>
                  <a:pt x="1512" y="1149"/>
                </a:cubicBezTo>
                <a:cubicBezTo>
                  <a:pt x="1597" y="1006"/>
                  <a:pt x="1597" y="1006"/>
                  <a:pt x="1597" y="1006"/>
                </a:cubicBezTo>
                <a:cubicBezTo>
                  <a:pt x="1597" y="1006"/>
                  <a:pt x="1597" y="1006"/>
                  <a:pt x="1597" y="1006"/>
                </a:cubicBezTo>
                <a:cubicBezTo>
                  <a:pt x="1597" y="1005"/>
                  <a:pt x="1597" y="1005"/>
                  <a:pt x="1597" y="1005"/>
                </a:cubicBezTo>
                <a:cubicBezTo>
                  <a:pt x="1598" y="1005"/>
                  <a:pt x="1598" y="1005"/>
                  <a:pt x="1598" y="1005"/>
                </a:cubicBezTo>
                <a:cubicBezTo>
                  <a:pt x="1598" y="1005"/>
                  <a:pt x="1598" y="1005"/>
                  <a:pt x="1598" y="1005"/>
                </a:cubicBezTo>
                <a:cubicBezTo>
                  <a:pt x="1683" y="862"/>
                  <a:pt x="1683" y="862"/>
                  <a:pt x="1683" y="862"/>
                </a:cubicBezTo>
                <a:cubicBezTo>
                  <a:pt x="1683" y="861"/>
                  <a:pt x="1683" y="861"/>
                  <a:pt x="1683" y="861"/>
                </a:cubicBezTo>
                <a:cubicBezTo>
                  <a:pt x="1683" y="861"/>
                  <a:pt x="1683" y="861"/>
                  <a:pt x="1683" y="861"/>
                </a:cubicBezTo>
                <a:cubicBezTo>
                  <a:pt x="1683" y="861"/>
                  <a:pt x="1683" y="861"/>
                  <a:pt x="1683" y="861"/>
                </a:cubicBezTo>
                <a:cubicBezTo>
                  <a:pt x="1768" y="717"/>
                  <a:pt x="1768" y="717"/>
                  <a:pt x="1768" y="717"/>
                </a:cubicBezTo>
                <a:cubicBezTo>
                  <a:pt x="1768" y="717"/>
                  <a:pt x="1768" y="717"/>
                  <a:pt x="1768" y="717"/>
                </a:cubicBezTo>
                <a:cubicBezTo>
                  <a:pt x="1769" y="717"/>
                  <a:pt x="1769" y="717"/>
                  <a:pt x="1769" y="717"/>
                </a:cubicBezTo>
                <a:cubicBezTo>
                  <a:pt x="1769" y="717"/>
                  <a:pt x="1769" y="717"/>
                  <a:pt x="1769" y="717"/>
                </a:cubicBezTo>
                <a:cubicBezTo>
                  <a:pt x="1804" y="658"/>
                  <a:pt x="1830" y="606"/>
                  <a:pt x="1847" y="559"/>
                </a:cubicBezTo>
                <a:cubicBezTo>
                  <a:pt x="1847" y="559"/>
                  <a:pt x="1847" y="559"/>
                  <a:pt x="1847" y="559"/>
                </a:cubicBezTo>
                <a:cubicBezTo>
                  <a:pt x="1847" y="559"/>
                  <a:pt x="1847" y="559"/>
                  <a:pt x="1847" y="559"/>
                </a:cubicBezTo>
                <a:cubicBezTo>
                  <a:pt x="1847" y="559"/>
                  <a:pt x="1847" y="559"/>
                  <a:pt x="1847" y="559"/>
                </a:cubicBezTo>
                <a:cubicBezTo>
                  <a:pt x="1847" y="558"/>
                  <a:pt x="1847" y="558"/>
                  <a:pt x="1847" y="558"/>
                </a:cubicBezTo>
                <a:cubicBezTo>
                  <a:pt x="1847" y="558"/>
                  <a:pt x="1847" y="558"/>
                  <a:pt x="1847" y="558"/>
                </a:cubicBezTo>
                <a:cubicBezTo>
                  <a:pt x="1869" y="494"/>
                  <a:pt x="1879" y="434"/>
                  <a:pt x="1878" y="377"/>
                </a:cubicBezTo>
                <a:close/>
                <a:moveTo>
                  <a:pt x="493" y="51"/>
                </a:moveTo>
                <a:cubicBezTo>
                  <a:pt x="552" y="51"/>
                  <a:pt x="552" y="51"/>
                  <a:pt x="552" y="51"/>
                </a:cubicBezTo>
                <a:cubicBezTo>
                  <a:pt x="563" y="99"/>
                  <a:pt x="563" y="99"/>
                  <a:pt x="563" y="99"/>
                </a:cubicBezTo>
                <a:cubicBezTo>
                  <a:pt x="563" y="100"/>
                  <a:pt x="563" y="100"/>
                  <a:pt x="563" y="100"/>
                </a:cubicBezTo>
                <a:cubicBezTo>
                  <a:pt x="590" y="100"/>
                  <a:pt x="590" y="100"/>
                  <a:pt x="590" y="100"/>
                </a:cubicBezTo>
                <a:cubicBezTo>
                  <a:pt x="591" y="100"/>
                  <a:pt x="591" y="100"/>
                  <a:pt x="591" y="100"/>
                </a:cubicBezTo>
                <a:cubicBezTo>
                  <a:pt x="591" y="99"/>
                  <a:pt x="591" y="99"/>
                  <a:pt x="591" y="99"/>
                </a:cubicBezTo>
                <a:cubicBezTo>
                  <a:pt x="602" y="51"/>
                  <a:pt x="602" y="51"/>
                  <a:pt x="602" y="51"/>
                </a:cubicBezTo>
                <a:cubicBezTo>
                  <a:pt x="719" y="51"/>
                  <a:pt x="719" y="51"/>
                  <a:pt x="719" y="51"/>
                </a:cubicBezTo>
                <a:cubicBezTo>
                  <a:pt x="731" y="99"/>
                  <a:pt x="731" y="99"/>
                  <a:pt x="731" y="99"/>
                </a:cubicBezTo>
                <a:cubicBezTo>
                  <a:pt x="731" y="100"/>
                  <a:pt x="731" y="100"/>
                  <a:pt x="731" y="100"/>
                </a:cubicBezTo>
                <a:cubicBezTo>
                  <a:pt x="758" y="100"/>
                  <a:pt x="758" y="100"/>
                  <a:pt x="758" y="100"/>
                </a:cubicBezTo>
                <a:cubicBezTo>
                  <a:pt x="758" y="100"/>
                  <a:pt x="758" y="100"/>
                  <a:pt x="758" y="100"/>
                </a:cubicBezTo>
                <a:cubicBezTo>
                  <a:pt x="758" y="99"/>
                  <a:pt x="758" y="99"/>
                  <a:pt x="758" y="99"/>
                </a:cubicBezTo>
                <a:cubicBezTo>
                  <a:pt x="770" y="51"/>
                  <a:pt x="770" y="51"/>
                  <a:pt x="770" y="51"/>
                </a:cubicBezTo>
                <a:cubicBezTo>
                  <a:pt x="887" y="51"/>
                  <a:pt x="887" y="51"/>
                  <a:pt x="887" y="51"/>
                </a:cubicBezTo>
                <a:cubicBezTo>
                  <a:pt x="898" y="99"/>
                  <a:pt x="898" y="99"/>
                  <a:pt x="898" y="99"/>
                </a:cubicBezTo>
                <a:cubicBezTo>
                  <a:pt x="898" y="100"/>
                  <a:pt x="898" y="100"/>
                  <a:pt x="898" y="100"/>
                </a:cubicBezTo>
                <a:cubicBezTo>
                  <a:pt x="926" y="100"/>
                  <a:pt x="926" y="100"/>
                  <a:pt x="926" y="100"/>
                </a:cubicBezTo>
                <a:cubicBezTo>
                  <a:pt x="926" y="100"/>
                  <a:pt x="926" y="100"/>
                  <a:pt x="926" y="100"/>
                </a:cubicBezTo>
                <a:cubicBezTo>
                  <a:pt x="926" y="99"/>
                  <a:pt x="926" y="99"/>
                  <a:pt x="926" y="99"/>
                </a:cubicBezTo>
                <a:cubicBezTo>
                  <a:pt x="937" y="51"/>
                  <a:pt x="937" y="51"/>
                  <a:pt x="937" y="51"/>
                </a:cubicBezTo>
                <a:cubicBezTo>
                  <a:pt x="1055" y="51"/>
                  <a:pt x="1055" y="51"/>
                  <a:pt x="1055" y="51"/>
                </a:cubicBezTo>
                <a:cubicBezTo>
                  <a:pt x="1066" y="99"/>
                  <a:pt x="1066" y="99"/>
                  <a:pt x="1066" y="99"/>
                </a:cubicBezTo>
                <a:cubicBezTo>
                  <a:pt x="1066" y="100"/>
                  <a:pt x="1066" y="100"/>
                  <a:pt x="1066" y="100"/>
                </a:cubicBezTo>
                <a:cubicBezTo>
                  <a:pt x="1093" y="100"/>
                  <a:pt x="1093" y="100"/>
                  <a:pt x="1093" y="100"/>
                </a:cubicBezTo>
                <a:cubicBezTo>
                  <a:pt x="1093" y="100"/>
                  <a:pt x="1093" y="100"/>
                  <a:pt x="1093" y="100"/>
                </a:cubicBezTo>
                <a:cubicBezTo>
                  <a:pt x="1094" y="99"/>
                  <a:pt x="1094" y="99"/>
                  <a:pt x="1094" y="99"/>
                </a:cubicBezTo>
                <a:cubicBezTo>
                  <a:pt x="1105" y="51"/>
                  <a:pt x="1105" y="51"/>
                  <a:pt x="1105" y="51"/>
                </a:cubicBezTo>
                <a:cubicBezTo>
                  <a:pt x="1222" y="51"/>
                  <a:pt x="1222" y="51"/>
                  <a:pt x="1222" y="51"/>
                </a:cubicBezTo>
                <a:cubicBezTo>
                  <a:pt x="1234" y="99"/>
                  <a:pt x="1234" y="99"/>
                  <a:pt x="1234" y="99"/>
                </a:cubicBezTo>
                <a:cubicBezTo>
                  <a:pt x="1234" y="100"/>
                  <a:pt x="1234" y="100"/>
                  <a:pt x="1234" y="100"/>
                </a:cubicBezTo>
                <a:cubicBezTo>
                  <a:pt x="1261" y="100"/>
                  <a:pt x="1261" y="100"/>
                  <a:pt x="1261" y="100"/>
                </a:cubicBezTo>
                <a:cubicBezTo>
                  <a:pt x="1261" y="100"/>
                  <a:pt x="1261" y="100"/>
                  <a:pt x="1261" y="100"/>
                </a:cubicBezTo>
                <a:cubicBezTo>
                  <a:pt x="1261" y="99"/>
                  <a:pt x="1261" y="99"/>
                  <a:pt x="1261" y="99"/>
                </a:cubicBezTo>
                <a:cubicBezTo>
                  <a:pt x="1273" y="51"/>
                  <a:pt x="1273" y="51"/>
                  <a:pt x="1273" y="51"/>
                </a:cubicBezTo>
                <a:cubicBezTo>
                  <a:pt x="1332" y="51"/>
                  <a:pt x="1332" y="51"/>
                  <a:pt x="1332" y="51"/>
                </a:cubicBezTo>
                <a:cubicBezTo>
                  <a:pt x="1390" y="51"/>
                  <a:pt x="1390" y="51"/>
                  <a:pt x="1390" y="51"/>
                </a:cubicBezTo>
                <a:cubicBezTo>
                  <a:pt x="1394" y="67"/>
                  <a:pt x="1397" y="84"/>
                  <a:pt x="1400" y="100"/>
                </a:cubicBezTo>
                <a:cubicBezTo>
                  <a:pt x="1401" y="100"/>
                  <a:pt x="1401" y="100"/>
                  <a:pt x="1401" y="100"/>
                </a:cubicBezTo>
                <a:cubicBezTo>
                  <a:pt x="1401" y="100"/>
                  <a:pt x="1401" y="100"/>
                  <a:pt x="1401" y="100"/>
                </a:cubicBezTo>
                <a:cubicBezTo>
                  <a:pt x="1404" y="100"/>
                  <a:pt x="1407" y="100"/>
                  <a:pt x="1410" y="100"/>
                </a:cubicBezTo>
                <a:cubicBezTo>
                  <a:pt x="1415" y="101"/>
                  <a:pt x="1421" y="101"/>
                  <a:pt x="1426" y="101"/>
                </a:cubicBezTo>
                <a:cubicBezTo>
                  <a:pt x="1426" y="101"/>
                  <a:pt x="1426" y="101"/>
                  <a:pt x="1426" y="101"/>
                </a:cubicBezTo>
                <a:cubicBezTo>
                  <a:pt x="1426" y="100"/>
                  <a:pt x="1426" y="100"/>
                  <a:pt x="1426" y="100"/>
                </a:cubicBezTo>
                <a:cubicBezTo>
                  <a:pt x="1431" y="84"/>
                  <a:pt x="1435" y="68"/>
                  <a:pt x="1440" y="53"/>
                </a:cubicBezTo>
                <a:cubicBezTo>
                  <a:pt x="1460" y="54"/>
                  <a:pt x="1480" y="56"/>
                  <a:pt x="1498" y="59"/>
                </a:cubicBezTo>
                <a:cubicBezTo>
                  <a:pt x="1498" y="59"/>
                  <a:pt x="1498" y="59"/>
                  <a:pt x="1498" y="59"/>
                </a:cubicBezTo>
                <a:cubicBezTo>
                  <a:pt x="1498" y="59"/>
                  <a:pt x="1498" y="59"/>
                  <a:pt x="1498" y="59"/>
                </a:cubicBezTo>
                <a:cubicBezTo>
                  <a:pt x="1499" y="59"/>
                  <a:pt x="1499" y="59"/>
                  <a:pt x="1499" y="59"/>
                </a:cubicBezTo>
                <a:cubicBezTo>
                  <a:pt x="1516" y="62"/>
                  <a:pt x="1535" y="65"/>
                  <a:pt x="1556" y="70"/>
                </a:cubicBezTo>
                <a:cubicBezTo>
                  <a:pt x="1555" y="87"/>
                  <a:pt x="1555" y="103"/>
                  <a:pt x="1553" y="120"/>
                </a:cubicBezTo>
                <a:cubicBezTo>
                  <a:pt x="1554" y="121"/>
                  <a:pt x="1554" y="121"/>
                  <a:pt x="1554" y="121"/>
                </a:cubicBezTo>
                <a:cubicBezTo>
                  <a:pt x="1554" y="121"/>
                  <a:pt x="1554" y="121"/>
                  <a:pt x="1554" y="121"/>
                </a:cubicBezTo>
                <a:cubicBezTo>
                  <a:pt x="1556" y="121"/>
                  <a:pt x="1559" y="122"/>
                  <a:pt x="1562" y="123"/>
                </a:cubicBezTo>
                <a:cubicBezTo>
                  <a:pt x="1562" y="123"/>
                  <a:pt x="1562" y="123"/>
                  <a:pt x="1562" y="123"/>
                </a:cubicBezTo>
                <a:cubicBezTo>
                  <a:pt x="1567" y="124"/>
                  <a:pt x="1572" y="126"/>
                  <a:pt x="1577" y="128"/>
                </a:cubicBezTo>
                <a:cubicBezTo>
                  <a:pt x="1577" y="128"/>
                  <a:pt x="1577" y="128"/>
                  <a:pt x="1577" y="128"/>
                </a:cubicBezTo>
                <a:cubicBezTo>
                  <a:pt x="1577" y="127"/>
                  <a:pt x="1577" y="127"/>
                  <a:pt x="1577" y="127"/>
                </a:cubicBezTo>
                <a:cubicBezTo>
                  <a:pt x="1586" y="113"/>
                  <a:pt x="1594" y="99"/>
                  <a:pt x="1603" y="85"/>
                </a:cubicBezTo>
                <a:cubicBezTo>
                  <a:pt x="1621" y="92"/>
                  <a:pt x="1639" y="100"/>
                  <a:pt x="1657" y="109"/>
                </a:cubicBezTo>
                <a:cubicBezTo>
                  <a:pt x="1657" y="109"/>
                  <a:pt x="1657" y="109"/>
                  <a:pt x="1657" y="109"/>
                </a:cubicBezTo>
                <a:cubicBezTo>
                  <a:pt x="1657" y="109"/>
                  <a:pt x="1657" y="109"/>
                  <a:pt x="1657" y="109"/>
                </a:cubicBezTo>
                <a:cubicBezTo>
                  <a:pt x="1657" y="109"/>
                  <a:pt x="1657" y="109"/>
                  <a:pt x="1657" y="109"/>
                </a:cubicBezTo>
                <a:cubicBezTo>
                  <a:pt x="1657" y="109"/>
                  <a:pt x="1657" y="109"/>
                  <a:pt x="1657" y="109"/>
                </a:cubicBezTo>
                <a:cubicBezTo>
                  <a:pt x="1673" y="117"/>
                  <a:pt x="1689" y="128"/>
                  <a:pt x="1706" y="140"/>
                </a:cubicBezTo>
                <a:cubicBezTo>
                  <a:pt x="1700" y="155"/>
                  <a:pt x="1692" y="170"/>
                  <a:pt x="1684" y="185"/>
                </a:cubicBezTo>
                <a:cubicBezTo>
                  <a:pt x="1684" y="185"/>
                  <a:pt x="1684" y="185"/>
                  <a:pt x="1684" y="185"/>
                </a:cubicBezTo>
                <a:cubicBezTo>
                  <a:pt x="1685" y="186"/>
                  <a:pt x="1685" y="186"/>
                  <a:pt x="1685" y="186"/>
                </a:cubicBezTo>
                <a:cubicBezTo>
                  <a:pt x="1691" y="191"/>
                  <a:pt x="1696" y="195"/>
                  <a:pt x="1701" y="201"/>
                </a:cubicBezTo>
                <a:cubicBezTo>
                  <a:pt x="1702" y="201"/>
                  <a:pt x="1702" y="201"/>
                  <a:pt x="1702" y="201"/>
                </a:cubicBezTo>
                <a:cubicBezTo>
                  <a:pt x="1702" y="200"/>
                  <a:pt x="1702" y="200"/>
                  <a:pt x="1702" y="200"/>
                </a:cubicBezTo>
                <a:cubicBezTo>
                  <a:pt x="1715" y="191"/>
                  <a:pt x="1729" y="182"/>
                  <a:pt x="1744" y="174"/>
                </a:cubicBezTo>
                <a:cubicBezTo>
                  <a:pt x="1754" y="185"/>
                  <a:pt x="1768" y="201"/>
                  <a:pt x="1779" y="219"/>
                </a:cubicBezTo>
                <a:cubicBezTo>
                  <a:pt x="1780" y="219"/>
                  <a:pt x="1780" y="219"/>
                  <a:pt x="1780" y="219"/>
                </a:cubicBezTo>
                <a:cubicBezTo>
                  <a:pt x="1780" y="219"/>
                  <a:pt x="1780" y="219"/>
                  <a:pt x="1780" y="219"/>
                </a:cubicBezTo>
                <a:cubicBezTo>
                  <a:pt x="1780" y="220"/>
                  <a:pt x="1780" y="220"/>
                  <a:pt x="1780" y="220"/>
                </a:cubicBezTo>
                <a:cubicBezTo>
                  <a:pt x="1791" y="237"/>
                  <a:pt x="1800" y="256"/>
                  <a:pt x="1806" y="272"/>
                </a:cubicBezTo>
                <a:cubicBezTo>
                  <a:pt x="1793" y="280"/>
                  <a:pt x="1779" y="289"/>
                  <a:pt x="1764" y="298"/>
                </a:cubicBezTo>
                <a:cubicBezTo>
                  <a:pt x="1764" y="298"/>
                  <a:pt x="1764" y="298"/>
                  <a:pt x="1764" y="298"/>
                </a:cubicBezTo>
                <a:cubicBezTo>
                  <a:pt x="1764" y="298"/>
                  <a:pt x="1764" y="298"/>
                  <a:pt x="1764" y="298"/>
                </a:cubicBezTo>
                <a:cubicBezTo>
                  <a:pt x="1765" y="303"/>
                  <a:pt x="1765" y="303"/>
                  <a:pt x="1765" y="303"/>
                </a:cubicBezTo>
                <a:cubicBezTo>
                  <a:pt x="1767" y="308"/>
                  <a:pt x="1769" y="314"/>
                  <a:pt x="1770" y="320"/>
                </a:cubicBezTo>
                <a:cubicBezTo>
                  <a:pt x="1770" y="320"/>
                  <a:pt x="1770" y="320"/>
                  <a:pt x="1770" y="320"/>
                </a:cubicBezTo>
                <a:cubicBezTo>
                  <a:pt x="1770" y="320"/>
                  <a:pt x="1770" y="320"/>
                  <a:pt x="1770" y="320"/>
                </a:cubicBezTo>
                <a:cubicBezTo>
                  <a:pt x="1781" y="320"/>
                  <a:pt x="1791" y="319"/>
                  <a:pt x="1802" y="319"/>
                </a:cubicBezTo>
                <a:cubicBezTo>
                  <a:pt x="1808" y="319"/>
                  <a:pt x="1814" y="319"/>
                  <a:pt x="1820" y="320"/>
                </a:cubicBezTo>
                <a:cubicBezTo>
                  <a:pt x="1824" y="338"/>
                  <a:pt x="1826" y="357"/>
                  <a:pt x="1827" y="377"/>
                </a:cubicBezTo>
                <a:cubicBezTo>
                  <a:pt x="1827" y="377"/>
                  <a:pt x="1827" y="377"/>
                  <a:pt x="1827" y="377"/>
                </a:cubicBezTo>
                <a:cubicBezTo>
                  <a:pt x="1827" y="377"/>
                  <a:pt x="1827" y="377"/>
                  <a:pt x="1827" y="377"/>
                </a:cubicBezTo>
                <a:cubicBezTo>
                  <a:pt x="1827" y="378"/>
                  <a:pt x="1827" y="378"/>
                  <a:pt x="1827" y="378"/>
                </a:cubicBezTo>
                <a:cubicBezTo>
                  <a:pt x="1827" y="378"/>
                  <a:pt x="1827" y="378"/>
                  <a:pt x="1827" y="378"/>
                </a:cubicBezTo>
                <a:cubicBezTo>
                  <a:pt x="1827" y="399"/>
                  <a:pt x="1826" y="418"/>
                  <a:pt x="1824" y="436"/>
                </a:cubicBezTo>
                <a:cubicBezTo>
                  <a:pt x="1807" y="438"/>
                  <a:pt x="1791" y="439"/>
                  <a:pt x="1774" y="440"/>
                </a:cubicBezTo>
                <a:cubicBezTo>
                  <a:pt x="1774" y="440"/>
                  <a:pt x="1774" y="440"/>
                  <a:pt x="1774" y="440"/>
                </a:cubicBezTo>
                <a:cubicBezTo>
                  <a:pt x="1774" y="441"/>
                  <a:pt x="1774" y="441"/>
                  <a:pt x="1774" y="441"/>
                </a:cubicBezTo>
                <a:cubicBezTo>
                  <a:pt x="1773" y="446"/>
                  <a:pt x="1772" y="451"/>
                  <a:pt x="1771" y="456"/>
                </a:cubicBezTo>
                <a:cubicBezTo>
                  <a:pt x="1771" y="458"/>
                  <a:pt x="1770" y="461"/>
                  <a:pt x="1770" y="464"/>
                </a:cubicBezTo>
                <a:cubicBezTo>
                  <a:pt x="1770" y="464"/>
                  <a:pt x="1770" y="464"/>
                  <a:pt x="1770" y="464"/>
                </a:cubicBezTo>
                <a:cubicBezTo>
                  <a:pt x="1770" y="464"/>
                  <a:pt x="1770" y="464"/>
                  <a:pt x="1770" y="464"/>
                </a:cubicBezTo>
                <a:cubicBezTo>
                  <a:pt x="1786" y="471"/>
                  <a:pt x="1801" y="478"/>
                  <a:pt x="1815" y="485"/>
                </a:cubicBezTo>
                <a:cubicBezTo>
                  <a:pt x="1811" y="503"/>
                  <a:pt x="1805" y="522"/>
                  <a:pt x="1799" y="541"/>
                </a:cubicBezTo>
                <a:cubicBezTo>
                  <a:pt x="1799" y="542"/>
                  <a:pt x="1799" y="542"/>
                  <a:pt x="1799" y="542"/>
                </a:cubicBezTo>
                <a:cubicBezTo>
                  <a:pt x="1799" y="542"/>
                  <a:pt x="1799" y="542"/>
                  <a:pt x="1799" y="542"/>
                </a:cubicBezTo>
                <a:cubicBezTo>
                  <a:pt x="1798" y="542"/>
                  <a:pt x="1798" y="542"/>
                  <a:pt x="1798" y="542"/>
                </a:cubicBezTo>
                <a:cubicBezTo>
                  <a:pt x="1793" y="557"/>
                  <a:pt x="1785" y="577"/>
                  <a:pt x="1776" y="596"/>
                </a:cubicBezTo>
                <a:cubicBezTo>
                  <a:pt x="1760" y="592"/>
                  <a:pt x="1744" y="589"/>
                  <a:pt x="1728" y="585"/>
                </a:cubicBezTo>
                <a:cubicBezTo>
                  <a:pt x="1727" y="585"/>
                  <a:pt x="1727" y="585"/>
                  <a:pt x="1727" y="585"/>
                </a:cubicBezTo>
                <a:cubicBezTo>
                  <a:pt x="1727" y="585"/>
                  <a:pt x="1727" y="585"/>
                  <a:pt x="1727" y="585"/>
                </a:cubicBezTo>
                <a:cubicBezTo>
                  <a:pt x="1716" y="607"/>
                  <a:pt x="1716" y="607"/>
                  <a:pt x="1716" y="607"/>
                </a:cubicBezTo>
                <a:cubicBezTo>
                  <a:pt x="1716" y="608"/>
                  <a:pt x="1716" y="608"/>
                  <a:pt x="1716" y="608"/>
                </a:cubicBezTo>
                <a:cubicBezTo>
                  <a:pt x="1716" y="608"/>
                  <a:pt x="1716" y="608"/>
                  <a:pt x="1716" y="608"/>
                </a:cubicBezTo>
                <a:cubicBezTo>
                  <a:pt x="1729" y="618"/>
                  <a:pt x="1741" y="629"/>
                  <a:pt x="1754" y="640"/>
                </a:cubicBezTo>
                <a:cubicBezTo>
                  <a:pt x="1744" y="658"/>
                  <a:pt x="1735" y="675"/>
                  <a:pt x="1725" y="691"/>
                </a:cubicBezTo>
                <a:cubicBezTo>
                  <a:pt x="1725" y="691"/>
                  <a:pt x="1725" y="691"/>
                  <a:pt x="1725" y="691"/>
                </a:cubicBezTo>
                <a:cubicBezTo>
                  <a:pt x="1724" y="691"/>
                  <a:pt x="1724" y="691"/>
                  <a:pt x="1724" y="691"/>
                </a:cubicBezTo>
                <a:cubicBezTo>
                  <a:pt x="1724" y="691"/>
                  <a:pt x="1724" y="691"/>
                  <a:pt x="1724" y="691"/>
                </a:cubicBezTo>
                <a:cubicBezTo>
                  <a:pt x="1724" y="692"/>
                  <a:pt x="1724" y="692"/>
                  <a:pt x="1724" y="692"/>
                </a:cubicBezTo>
                <a:cubicBezTo>
                  <a:pt x="1695" y="742"/>
                  <a:pt x="1695" y="742"/>
                  <a:pt x="1695" y="742"/>
                </a:cubicBezTo>
                <a:cubicBezTo>
                  <a:pt x="1647" y="727"/>
                  <a:pt x="1647" y="727"/>
                  <a:pt x="1647" y="727"/>
                </a:cubicBezTo>
                <a:cubicBezTo>
                  <a:pt x="1647" y="727"/>
                  <a:pt x="1647" y="727"/>
                  <a:pt x="1647" y="727"/>
                </a:cubicBezTo>
                <a:cubicBezTo>
                  <a:pt x="1646" y="727"/>
                  <a:pt x="1646" y="727"/>
                  <a:pt x="1646" y="727"/>
                </a:cubicBezTo>
                <a:cubicBezTo>
                  <a:pt x="1633" y="750"/>
                  <a:pt x="1633" y="750"/>
                  <a:pt x="1633" y="750"/>
                </a:cubicBezTo>
                <a:cubicBezTo>
                  <a:pt x="1633" y="750"/>
                  <a:pt x="1633" y="750"/>
                  <a:pt x="1633" y="750"/>
                </a:cubicBezTo>
                <a:cubicBezTo>
                  <a:pt x="1633" y="750"/>
                  <a:pt x="1633" y="750"/>
                  <a:pt x="1633" y="750"/>
                </a:cubicBezTo>
                <a:cubicBezTo>
                  <a:pt x="1669" y="785"/>
                  <a:pt x="1669" y="785"/>
                  <a:pt x="1669" y="785"/>
                </a:cubicBezTo>
                <a:cubicBezTo>
                  <a:pt x="1639" y="835"/>
                  <a:pt x="1639" y="835"/>
                  <a:pt x="1639" y="835"/>
                </a:cubicBezTo>
                <a:cubicBezTo>
                  <a:pt x="1639" y="835"/>
                  <a:pt x="1639" y="835"/>
                  <a:pt x="1639" y="835"/>
                </a:cubicBezTo>
                <a:cubicBezTo>
                  <a:pt x="1639" y="836"/>
                  <a:pt x="1639" y="836"/>
                  <a:pt x="1639" y="836"/>
                </a:cubicBezTo>
                <a:cubicBezTo>
                  <a:pt x="1639" y="836"/>
                  <a:pt x="1639" y="836"/>
                  <a:pt x="1639" y="836"/>
                </a:cubicBezTo>
                <a:cubicBezTo>
                  <a:pt x="1639" y="836"/>
                  <a:pt x="1639" y="836"/>
                  <a:pt x="1639" y="836"/>
                </a:cubicBezTo>
                <a:cubicBezTo>
                  <a:pt x="1609" y="886"/>
                  <a:pt x="1609" y="886"/>
                  <a:pt x="1609" y="886"/>
                </a:cubicBezTo>
                <a:cubicBezTo>
                  <a:pt x="1561" y="871"/>
                  <a:pt x="1561" y="871"/>
                  <a:pt x="1561" y="871"/>
                </a:cubicBezTo>
                <a:cubicBezTo>
                  <a:pt x="1561" y="871"/>
                  <a:pt x="1561" y="871"/>
                  <a:pt x="1561" y="871"/>
                </a:cubicBezTo>
                <a:cubicBezTo>
                  <a:pt x="1561" y="871"/>
                  <a:pt x="1561" y="871"/>
                  <a:pt x="1561" y="871"/>
                </a:cubicBezTo>
                <a:cubicBezTo>
                  <a:pt x="1547" y="894"/>
                  <a:pt x="1547" y="894"/>
                  <a:pt x="1547" y="894"/>
                </a:cubicBezTo>
                <a:cubicBezTo>
                  <a:pt x="1547" y="894"/>
                  <a:pt x="1547" y="894"/>
                  <a:pt x="1547" y="894"/>
                </a:cubicBezTo>
                <a:cubicBezTo>
                  <a:pt x="1548" y="895"/>
                  <a:pt x="1548" y="895"/>
                  <a:pt x="1548" y="895"/>
                </a:cubicBezTo>
                <a:cubicBezTo>
                  <a:pt x="1583" y="929"/>
                  <a:pt x="1583" y="929"/>
                  <a:pt x="1583" y="929"/>
                </a:cubicBezTo>
                <a:cubicBezTo>
                  <a:pt x="1554" y="979"/>
                  <a:pt x="1554" y="979"/>
                  <a:pt x="1554" y="979"/>
                </a:cubicBezTo>
                <a:cubicBezTo>
                  <a:pt x="1554" y="979"/>
                  <a:pt x="1554" y="979"/>
                  <a:pt x="1554" y="979"/>
                </a:cubicBezTo>
                <a:cubicBezTo>
                  <a:pt x="1553" y="980"/>
                  <a:pt x="1553" y="980"/>
                  <a:pt x="1553" y="980"/>
                </a:cubicBezTo>
                <a:cubicBezTo>
                  <a:pt x="1553" y="980"/>
                  <a:pt x="1553" y="980"/>
                  <a:pt x="1553" y="980"/>
                </a:cubicBezTo>
                <a:cubicBezTo>
                  <a:pt x="1553" y="980"/>
                  <a:pt x="1553" y="980"/>
                  <a:pt x="1553" y="980"/>
                </a:cubicBezTo>
                <a:cubicBezTo>
                  <a:pt x="1524" y="1030"/>
                  <a:pt x="1524" y="1030"/>
                  <a:pt x="1524" y="1030"/>
                </a:cubicBezTo>
                <a:cubicBezTo>
                  <a:pt x="1476" y="1015"/>
                  <a:pt x="1476" y="1015"/>
                  <a:pt x="1476" y="1015"/>
                </a:cubicBezTo>
                <a:cubicBezTo>
                  <a:pt x="1476" y="1015"/>
                  <a:pt x="1476" y="1015"/>
                  <a:pt x="1476" y="1015"/>
                </a:cubicBezTo>
                <a:cubicBezTo>
                  <a:pt x="1475" y="1015"/>
                  <a:pt x="1475" y="1015"/>
                  <a:pt x="1475" y="1015"/>
                </a:cubicBezTo>
                <a:cubicBezTo>
                  <a:pt x="1462" y="1038"/>
                  <a:pt x="1462" y="1038"/>
                  <a:pt x="1462" y="1038"/>
                </a:cubicBezTo>
                <a:cubicBezTo>
                  <a:pt x="1462" y="1039"/>
                  <a:pt x="1462" y="1039"/>
                  <a:pt x="1462" y="1039"/>
                </a:cubicBezTo>
                <a:cubicBezTo>
                  <a:pt x="1462" y="1039"/>
                  <a:pt x="1462" y="1039"/>
                  <a:pt x="1462" y="1039"/>
                </a:cubicBezTo>
                <a:cubicBezTo>
                  <a:pt x="1498" y="1073"/>
                  <a:pt x="1498" y="1073"/>
                  <a:pt x="1498" y="1073"/>
                </a:cubicBezTo>
                <a:cubicBezTo>
                  <a:pt x="1468" y="1124"/>
                  <a:pt x="1468" y="1124"/>
                  <a:pt x="1468" y="1124"/>
                </a:cubicBezTo>
                <a:cubicBezTo>
                  <a:pt x="1468" y="1124"/>
                  <a:pt x="1468" y="1124"/>
                  <a:pt x="1468" y="1124"/>
                </a:cubicBezTo>
                <a:cubicBezTo>
                  <a:pt x="1468" y="1124"/>
                  <a:pt x="1468" y="1124"/>
                  <a:pt x="1468" y="1124"/>
                </a:cubicBezTo>
                <a:cubicBezTo>
                  <a:pt x="1468" y="1124"/>
                  <a:pt x="1468" y="1124"/>
                  <a:pt x="1468" y="1124"/>
                </a:cubicBezTo>
                <a:cubicBezTo>
                  <a:pt x="1438" y="1174"/>
                  <a:pt x="1438" y="1174"/>
                  <a:pt x="1438" y="1174"/>
                </a:cubicBezTo>
                <a:cubicBezTo>
                  <a:pt x="1390" y="1159"/>
                  <a:pt x="1390" y="1159"/>
                  <a:pt x="1390" y="1159"/>
                </a:cubicBezTo>
                <a:cubicBezTo>
                  <a:pt x="1390" y="1159"/>
                  <a:pt x="1390" y="1159"/>
                  <a:pt x="1390" y="1159"/>
                </a:cubicBezTo>
                <a:cubicBezTo>
                  <a:pt x="1390" y="1160"/>
                  <a:pt x="1390" y="1160"/>
                  <a:pt x="1390" y="1160"/>
                </a:cubicBezTo>
                <a:cubicBezTo>
                  <a:pt x="1376" y="1182"/>
                  <a:pt x="1376" y="1182"/>
                  <a:pt x="1376" y="1182"/>
                </a:cubicBezTo>
                <a:cubicBezTo>
                  <a:pt x="1376" y="1183"/>
                  <a:pt x="1376" y="1183"/>
                  <a:pt x="1376" y="1183"/>
                </a:cubicBezTo>
                <a:cubicBezTo>
                  <a:pt x="1377" y="1183"/>
                  <a:pt x="1377" y="1183"/>
                  <a:pt x="1377" y="1183"/>
                </a:cubicBezTo>
                <a:cubicBezTo>
                  <a:pt x="1412" y="1217"/>
                  <a:pt x="1412" y="1217"/>
                  <a:pt x="1412" y="1217"/>
                </a:cubicBezTo>
                <a:cubicBezTo>
                  <a:pt x="1382" y="1268"/>
                  <a:pt x="1382" y="1268"/>
                  <a:pt x="1382" y="1268"/>
                </a:cubicBezTo>
                <a:cubicBezTo>
                  <a:pt x="1382" y="1268"/>
                  <a:pt x="1382" y="1268"/>
                  <a:pt x="1382" y="1268"/>
                </a:cubicBezTo>
                <a:cubicBezTo>
                  <a:pt x="1382" y="1268"/>
                  <a:pt x="1382" y="1268"/>
                  <a:pt x="1382" y="1268"/>
                </a:cubicBezTo>
                <a:cubicBezTo>
                  <a:pt x="1352" y="1318"/>
                  <a:pt x="1352" y="1318"/>
                  <a:pt x="1352" y="1318"/>
                </a:cubicBezTo>
                <a:cubicBezTo>
                  <a:pt x="1305" y="1303"/>
                  <a:pt x="1305" y="1303"/>
                  <a:pt x="1305" y="1303"/>
                </a:cubicBezTo>
                <a:cubicBezTo>
                  <a:pt x="1304" y="1303"/>
                  <a:pt x="1304" y="1303"/>
                  <a:pt x="1304" y="1303"/>
                </a:cubicBezTo>
                <a:cubicBezTo>
                  <a:pt x="1304" y="1304"/>
                  <a:pt x="1304" y="1304"/>
                  <a:pt x="1304" y="1304"/>
                </a:cubicBezTo>
                <a:cubicBezTo>
                  <a:pt x="1291" y="1327"/>
                  <a:pt x="1291" y="1327"/>
                  <a:pt x="1291" y="1327"/>
                </a:cubicBezTo>
                <a:cubicBezTo>
                  <a:pt x="1291" y="1327"/>
                  <a:pt x="1291" y="1327"/>
                  <a:pt x="1291" y="1327"/>
                </a:cubicBezTo>
                <a:cubicBezTo>
                  <a:pt x="1291" y="1327"/>
                  <a:pt x="1291" y="1327"/>
                  <a:pt x="1291" y="1327"/>
                </a:cubicBezTo>
                <a:cubicBezTo>
                  <a:pt x="1327" y="1362"/>
                  <a:pt x="1327" y="1362"/>
                  <a:pt x="1327" y="1362"/>
                </a:cubicBezTo>
                <a:cubicBezTo>
                  <a:pt x="1324" y="1366"/>
                  <a:pt x="1322" y="1370"/>
                  <a:pt x="1320" y="1374"/>
                </a:cubicBezTo>
                <a:cubicBezTo>
                  <a:pt x="1318" y="1377"/>
                  <a:pt x="1318" y="1377"/>
                  <a:pt x="1318" y="1377"/>
                </a:cubicBezTo>
                <a:cubicBezTo>
                  <a:pt x="1311" y="1388"/>
                  <a:pt x="1304" y="1400"/>
                  <a:pt x="1297" y="1411"/>
                </a:cubicBezTo>
                <a:cubicBezTo>
                  <a:pt x="1297" y="1412"/>
                  <a:pt x="1297" y="1412"/>
                  <a:pt x="1297" y="1412"/>
                </a:cubicBezTo>
                <a:cubicBezTo>
                  <a:pt x="1297" y="1412"/>
                  <a:pt x="1297" y="1412"/>
                  <a:pt x="1297" y="1412"/>
                </a:cubicBezTo>
                <a:cubicBezTo>
                  <a:pt x="1296" y="1412"/>
                  <a:pt x="1296" y="1412"/>
                  <a:pt x="1296" y="1412"/>
                </a:cubicBezTo>
                <a:cubicBezTo>
                  <a:pt x="1296" y="1412"/>
                  <a:pt x="1296" y="1412"/>
                  <a:pt x="1296" y="1412"/>
                </a:cubicBezTo>
                <a:cubicBezTo>
                  <a:pt x="1286" y="1429"/>
                  <a:pt x="1275" y="1444"/>
                  <a:pt x="1264" y="1460"/>
                </a:cubicBezTo>
                <a:cubicBezTo>
                  <a:pt x="1249" y="1454"/>
                  <a:pt x="1233" y="1447"/>
                  <a:pt x="1218" y="1440"/>
                </a:cubicBezTo>
                <a:cubicBezTo>
                  <a:pt x="1218" y="1440"/>
                  <a:pt x="1218" y="1440"/>
                  <a:pt x="1218" y="1440"/>
                </a:cubicBezTo>
                <a:cubicBezTo>
                  <a:pt x="1218" y="1440"/>
                  <a:pt x="1218" y="1440"/>
                  <a:pt x="1218" y="1440"/>
                </a:cubicBezTo>
                <a:cubicBezTo>
                  <a:pt x="1215" y="1444"/>
                  <a:pt x="1215" y="1444"/>
                  <a:pt x="1215" y="1444"/>
                </a:cubicBezTo>
                <a:cubicBezTo>
                  <a:pt x="1211" y="1448"/>
                  <a:pt x="1207" y="1454"/>
                  <a:pt x="1202" y="1459"/>
                </a:cubicBezTo>
                <a:cubicBezTo>
                  <a:pt x="1202" y="1460"/>
                  <a:pt x="1202" y="1460"/>
                  <a:pt x="1202" y="1460"/>
                </a:cubicBezTo>
                <a:cubicBezTo>
                  <a:pt x="1203" y="1460"/>
                  <a:pt x="1203" y="1460"/>
                  <a:pt x="1203" y="1460"/>
                </a:cubicBezTo>
                <a:cubicBezTo>
                  <a:pt x="1213" y="1473"/>
                  <a:pt x="1223" y="1486"/>
                  <a:pt x="1232" y="1499"/>
                </a:cubicBezTo>
                <a:cubicBezTo>
                  <a:pt x="1218" y="1516"/>
                  <a:pt x="1205" y="1529"/>
                  <a:pt x="1192" y="1541"/>
                </a:cubicBezTo>
                <a:cubicBezTo>
                  <a:pt x="1192" y="1541"/>
                  <a:pt x="1192" y="1541"/>
                  <a:pt x="1192" y="1541"/>
                </a:cubicBezTo>
                <a:cubicBezTo>
                  <a:pt x="1192" y="1541"/>
                  <a:pt x="1192" y="1541"/>
                  <a:pt x="1192" y="1541"/>
                </a:cubicBezTo>
                <a:cubicBezTo>
                  <a:pt x="1192" y="1542"/>
                  <a:pt x="1192" y="1542"/>
                  <a:pt x="1192" y="1542"/>
                </a:cubicBezTo>
                <a:cubicBezTo>
                  <a:pt x="1191" y="1542"/>
                  <a:pt x="1191" y="1542"/>
                  <a:pt x="1191" y="1542"/>
                </a:cubicBezTo>
                <a:cubicBezTo>
                  <a:pt x="1177" y="1556"/>
                  <a:pt x="1162" y="1568"/>
                  <a:pt x="1147" y="1579"/>
                </a:cubicBezTo>
                <a:cubicBezTo>
                  <a:pt x="1134" y="1568"/>
                  <a:pt x="1122" y="1557"/>
                  <a:pt x="1110" y="1545"/>
                </a:cubicBezTo>
                <a:cubicBezTo>
                  <a:pt x="1110" y="1545"/>
                  <a:pt x="1110" y="1545"/>
                  <a:pt x="1110" y="1545"/>
                </a:cubicBezTo>
                <a:cubicBezTo>
                  <a:pt x="1109" y="1546"/>
                  <a:pt x="1109" y="1546"/>
                  <a:pt x="1109" y="1546"/>
                </a:cubicBezTo>
                <a:cubicBezTo>
                  <a:pt x="1106" y="1548"/>
                  <a:pt x="1102" y="1550"/>
                  <a:pt x="1098" y="1553"/>
                </a:cubicBezTo>
                <a:cubicBezTo>
                  <a:pt x="1098" y="1553"/>
                  <a:pt x="1098" y="1553"/>
                  <a:pt x="1098" y="1553"/>
                </a:cubicBezTo>
                <a:cubicBezTo>
                  <a:pt x="1097" y="1554"/>
                  <a:pt x="1097" y="1554"/>
                  <a:pt x="1097" y="1554"/>
                </a:cubicBezTo>
                <a:cubicBezTo>
                  <a:pt x="1094" y="1555"/>
                  <a:pt x="1092" y="1557"/>
                  <a:pt x="1090" y="1558"/>
                </a:cubicBezTo>
                <a:cubicBezTo>
                  <a:pt x="1090" y="1559"/>
                  <a:pt x="1090" y="1559"/>
                  <a:pt x="1090" y="1559"/>
                </a:cubicBezTo>
                <a:cubicBezTo>
                  <a:pt x="1090" y="1559"/>
                  <a:pt x="1090" y="1559"/>
                  <a:pt x="1090" y="1559"/>
                </a:cubicBezTo>
                <a:cubicBezTo>
                  <a:pt x="1095" y="1574"/>
                  <a:pt x="1100" y="1590"/>
                  <a:pt x="1105" y="1606"/>
                </a:cubicBezTo>
                <a:cubicBezTo>
                  <a:pt x="1085" y="1617"/>
                  <a:pt x="1068" y="1624"/>
                  <a:pt x="1052" y="1630"/>
                </a:cubicBezTo>
                <a:cubicBezTo>
                  <a:pt x="1052" y="1630"/>
                  <a:pt x="1052" y="1630"/>
                  <a:pt x="1052" y="1630"/>
                </a:cubicBezTo>
                <a:cubicBezTo>
                  <a:pt x="1051" y="1630"/>
                  <a:pt x="1051" y="1630"/>
                  <a:pt x="1051" y="1630"/>
                </a:cubicBezTo>
                <a:cubicBezTo>
                  <a:pt x="1051" y="1630"/>
                  <a:pt x="1051" y="1630"/>
                  <a:pt x="1051" y="1630"/>
                </a:cubicBezTo>
                <a:cubicBezTo>
                  <a:pt x="1051" y="1630"/>
                  <a:pt x="1051" y="1630"/>
                  <a:pt x="1051" y="1630"/>
                </a:cubicBezTo>
                <a:cubicBezTo>
                  <a:pt x="1051" y="1630"/>
                  <a:pt x="1051" y="1630"/>
                  <a:pt x="1051" y="1630"/>
                </a:cubicBezTo>
                <a:cubicBezTo>
                  <a:pt x="1035" y="1637"/>
                  <a:pt x="1017" y="1641"/>
                  <a:pt x="995" y="1646"/>
                </a:cubicBezTo>
                <a:cubicBezTo>
                  <a:pt x="989" y="1631"/>
                  <a:pt x="983" y="1616"/>
                  <a:pt x="977" y="1599"/>
                </a:cubicBezTo>
                <a:cubicBezTo>
                  <a:pt x="977" y="1599"/>
                  <a:pt x="977" y="1599"/>
                  <a:pt x="977" y="1599"/>
                </a:cubicBezTo>
                <a:cubicBezTo>
                  <a:pt x="977" y="1599"/>
                  <a:pt x="977" y="1599"/>
                  <a:pt x="977" y="1599"/>
                </a:cubicBezTo>
                <a:cubicBezTo>
                  <a:pt x="975" y="1599"/>
                  <a:pt x="973" y="1599"/>
                  <a:pt x="971" y="1600"/>
                </a:cubicBezTo>
                <a:cubicBezTo>
                  <a:pt x="970" y="1600"/>
                  <a:pt x="970" y="1600"/>
                  <a:pt x="970" y="1600"/>
                </a:cubicBezTo>
                <a:cubicBezTo>
                  <a:pt x="965" y="1600"/>
                  <a:pt x="960" y="1601"/>
                  <a:pt x="955" y="1601"/>
                </a:cubicBezTo>
                <a:cubicBezTo>
                  <a:pt x="954" y="1601"/>
                  <a:pt x="954" y="1601"/>
                  <a:pt x="954" y="1601"/>
                </a:cubicBezTo>
                <a:cubicBezTo>
                  <a:pt x="954" y="1601"/>
                  <a:pt x="954" y="1601"/>
                  <a:pt x="954" y="1601"/>
                </a:cubicBezTo>
                <a:cubicBezTo>
                  <a:pt x="954" y="1601"/>
                  <a:pt x="954" y="1601"/>
                  <a:pt x="954" y="1601"/>
                </a:cubicBezTo>
                <a:cubicBezTo>
                  <a:pt x="952" y="1618"/>
                  <a:pt x="949" y="1634"/>
                  <a:pt x="945" y="1650"/>
                </a:cubicBezTo>
                <a:cubicBezTo>
                  <a:pt x="944" y="1650"/>
                  <a:pt x="942" y="1650"/>
                  <a:pt x="941" y="1650"/>
                </a:cubicBezTo>
                <a:cubicBezTo>
                  <a:pt x="923" y="1650"/>
                  <a:pt x="905" y="1649"/>
                  <a:pt x="888" y="1646"/>
                </a:cubicBezTo>
                <a:cubicBezTo>
                  <a:pt x="887" y="1645"/>
                  <a:pt x="887" y="1645"/>
                  <a:pt x="887" y="1645"/>
                </a:cubicBezTo>
                <a:cubicBezTo>
                  <a:pt x="887" y="1645"/>
                  <a:pt x="887" y="1645"/>
                  <a:pt x="887" y="1645"/>
                </a:cubicBezTo>
                <a:cubicBezTo>
                  <a:pt x="887" y="1645"/>
                  <a:pt x="887" y="1645"/>
                  <a:pt x="887" y="1645"/>
                </a:cubicBezTo>
                <a:cubicBezTo>
                  <a:pt x="865" y="1641"/>
                  <a:pt x="847" y="1636"/>
                  <a:pt x="831" y="1630"/>
                </a:cubicBezTo>
                <a:cubicBezTo>
                  <a:pt x="833" y="1614"/>
                  <a:pt x="835" y="1597"/>
                  <a:pt x="838" y="1581"/>
                </a:cubicBezTo>
                <a:cubicBezTo>
                  <a:pt x="838" y="1581"/>
                  <a:pt x="838" y="1581"/>
                  <a:pt x="838" y="1581"/>
                </a:cubicBezTo>
                <a:cubicBezTo>
                  <a:pt x="838" y="1581"/>
                  <a:pt x="838" y="1581"/>
                  <a:pt x="838" y="1581"/>
                </a:cubicBezTo>
                <a:cubicBezTo>
                  <a:pt x="817" y="1571"/>
                  <a:pt x="817" y="1571"/>
                  <a:pt x="817" y="1571"/>
                </a:cubicBezTo>
                <a:cubicBezTo>
                  <a:pt x="817" y="1571"/>
                  <a:pt x="817" y="1571"/>
                  <a:pt x="817" y="1571"/>
                </a:cubicBezTo>
                <a:cubicBezTo>
                  <a:pt x="816" y="1572"/>
                  <a:pt x="816" y="1572"/>
                  <a:pt x="816" y="1572"/>
                </a:cubicBezTo>
                <a:cubicBezTo>
                  <a:pt x="807" y="1584"/>
                  <a:pt x="797" y="1596"/>
                  <a:pt x="785" y="1610"/>
                </a:cubicBezTo>
                <a:cubicBezTo>
                  <a:pt x="767" y="1600"/>
                  <a:pt x="751" y="1590"/>
                  <a:pt x="736" y="1579"/>
                </a:cubicBezTo>
                <a:cubicBezTo>
                  <a:pt x="736" y="1579"/>
                  <a:pt x="736" y="1579"/>
                  <a:pt x="736" y="1579"/>
                </a:cubicBezTo>
                <a:cubicBezTo>
                  <a:pt x="736" y="1579"/>
                  <a:pt x="736" y="1579"/>
                  <a:pt x="736" y="1579"/>
                </a:cubicBezTo>
                <a:cubicBezTo>
                  <a:pt x="736" y="1579"/>
                  <a:pt x="736" y="1579"/>
                  <a:pt x="736" y="1579"/>
                </a:cubicBezTo>
                <a:cubicBezTo>
                  <a:pt x="736" y="1579"/>
                  <a:pt x="736" y="1579"/>
                  <a:pt x="736" y="1579"/>
                </a:cubicBezTo>
                <a:cubicBezTo>
                  <a:pt x="735" y="1578"/>
                  <a:pt x="735" y="1578"/>
                  <a:pt x="735" y="1578"/>
                </a:cubicBezTo>
                <a:cubicBezTo>
                  <a:pt x="720" y="1567"/>
                  <a:pt x="705" y="1555"/>
                  <a:pt x="691" y="1541"/>
                </a:cubicBezTo>
                <a:cubicBezTo>
                  <a:pt x="699" y="1527"/>
                  <a:pt x="708" y="1513"/>
                  <a:pt x="716" y="1499"/>
                </a:cubicBezTo>
                <a:cubicBezTo>
                  <a:pt x="716" y="1498"/>
                  <a:pt x="716" y="1498"/>
                  <a:pt x="716" y="1498"/>
                </a:cubicBezTo>
                <a:cubicBezTo>
                  <a:pt x="716" y="1498"/>
                  <a:pt x="716" y="1498"/>
                  <a:pt x="716" y="1498"/>
                </a:cubicBezTo>
                <a:cubicBezTo>
                  <a:pt x="712" y="1495"/>
                  <a:pt x="709" y="1491"/>
                  <a:pt x="706" y="1487"/>
                </a:cubicBezTo>
                <a:cubicBezTo>
                  <a:pt x="705" y="1487"/>
                  <a:pt x="705" y="1487"/>
                  <a:pt x="705" y="1487"/>
                </a:cubicBezTo>
                <a:cubicBezTo>
                  <a:pt x="703" y="1485"/>
                  <a:pt x="701" y="1483"/>
                  <a:pt x="699" y="1481"/>
                </a:cubicBezTo>
                <a:cubicBezTo>
                  <a:pt x="699" y="1481"/>
                  <a:pt x="699" y="1481"/>
                  <a:pt x="699" y="1481"/>
                </a:cubicBezTo>
                <a:cubicBezTo>
                  <a:pt x="699" y="1481"/>
                  <a:pt x="699" y="1481"/>
                  <a:pt x="699" y="1481"/>
                </a:cubicBezTo>
                <a:cubicBezTo>
                  <a:pt x="684" y="1490"/>
                  <a:pt x="669" y="1498"/>
                  <a:pt x="656" y="1506"/>
                </a:cubicBezTo>
                <a:cubicBezTo>
                  <a:pt x="642" y="1490"/>
                  <a:pt x="630" y="1475"/>
                  <a:pt x="619" y="1460"/>
                </a:cubicBezTo>
                <a:cubicBezTo>
                  <a:pt x="619" y="1460"/>
                  <a:pt x="619" y="1460"/>
                  <a:pt x="619" y="1460"/>
                </a:cubicBezTo>
                <a:cubicBezTo>
                  <a:pt x="619" y="1460"/>
                  <a:pt x="619" y="1460"/>
                  <a:pt x="619" y="1460"/>
                </a:cubicBezTo>
                <a:cubicBezTo>
                  <a:pt x="618" y="1460"/>
                  <a:pt x="618" y="1460"/>
                  <a:pt x="618" y="1460"/>
                </a:cubicBezTo>
                <a:cubicBezTo>
                  <a:pt x="606" y="1443"/>
                  <a:pt x="596" y="1428"/>
                  <a:pt x="586" y="1411"/>
                </a:cubicBezTo>
                <a:cubicBezTo>
                  <a:pt x="598" y="1400"/>
                  <a:pt x="610" y="1388"/>
                  <a:pt x="621" y="1377"/>
                </a:cubicBezTo>
                <a:cubicBezTo>
                  <a:pt x="622" y="1376"/>
                  <a:pt x="622" y="1376"/>
                  <a:pt x="622" y="1376"/>
                </a:cubicBezTo>
                <a:cubicBezTo>
                  <a:pt x="621" y="1376"/>
                  <a:pt x="621" y="1376"/>
                  <a:pt x="621" y="1376"/>
                </a:cubicBezTo>
                <a:cubicBezTo>
                  <a:pt x="619" y="1372"/>
                  <a:pt x="616" y="1367"/>
                  <a:pt x="613" y="1362"/>
                </a:cubicBezTo>
                <a:cubicBezTo>
                  <a:pt x="611" y="1359"/>
                  <a:pt x="610" y="1356"/>
                  <a:pt x="608" y="1354"/>
                </a:cubicBezTo>
                <a:cubicBezTo>
                  <a:pt x="608" y="1353"/>
                  <a:pt x="608" y="1353"/>
                  <a:pt x="608" y="1353"/>
                </a:cubicBezTo>
                <a:cubicBezTo>
                  <a:pt x="607" y="1354"/>
                  <a:pt x="607" y="1354"/>
                  <a:pt x="607" y="1354"/>
                </a:cubicBezTo>
                <a:cubicBezTo>
                  <a:pt x="560" y="1368"/>
                  <a:pt x="560" y="1368"/>
                  <a:pt x="560" y="1368"/>
                </a:cubicBezTo>
                <a:cubicBezTo>
                  <a:pt x="530" y="1318"/>
                  <a:pt x="530" y="1318"/>
                  <a:pt x="530" y="1318"/>
                </a:cubicBezTo>
                <a:cubicBezTo>
                  <a:pt x="530" y="1318"/>
                  <a:pt x="530" y="1318"/>
                  <a:pt x="530" y="1318"/>
                </a:cubicBezTo>
                <a:cubicBezTo>
                  <a:pt x="530" y="1318"/>
                  <a:pt x="530" y="1318"/>
                  <a:pt x="530" y="1318"/>
                </a:cubicBezTo>
                <a:cubicBezTo>
                  <a:pt x="530" y="1318"/>
                  <a:pt x="530" y="1318"/>
                  <a:pt x="530" y="1318"/>
                </a:cubicBezTo>
                <a:cubicBezTo>
                  <a:pt x="500" y="1268"/>
                  <a:pt x="500" y="1268"/>
                  <a:pt x="500" y="1268"/>
                </a:cubicBezTo>
                <a:cubicBezTo>
                  <a:pt x="536" y="1233"/>
                  <a:pt x="536" y="1233"/>
                  <a:pt x="536" y="1233"/>
                </a:cubicBezTo>
                <a:cubicBezTo>
                  <a:pt x="536" y="1233"/>
                  <a:pt x="536" y="1233"/>
                  <a:pt x="536" y="1233"/>
                </a:cubicBezTo>
                <a:cubicBezTo>
                  <a:pt x="536" y="1232"/>
                  <a:pt x="536" y="1232"/>
                  <a:pt x="536" y="1232"/>
                </a:cubicBezTo>
                <a:cubicBezTo>
                  <a:pt x="522" y="1209"/>
                  <a:pt x="522" y="1209"/>
                  <a:pt x="522" y="1209"/>
                </a:cubicBezTo>
                <a:cubicBezTo>
                  <a:pt x="522" y="1209"/>
                  <a:pt x="522" y="1209"/>
                  <a:pt x="522" y="1209"/>
                </a:cubicBezTo>
                <a:cubicBezTo>
                  <a:pt x="522" y="1209"/>
                  <a:pt x="522" y="1209"/>
                  <a:pt x="522" y="1209"/>
                </a:cubicBezTo>
                <a:cubicBezTo>
                  <a:pt x="474" y="1224"/>
                  <a:pt x="474" y="1224"/>
                  <a:pt x="474" y="1224"/>
                </a:cubicBezTo>
                <a:cubicBezTo>
                  <a:pt x="445" y="1174"/>
                  <a:pt x="445" y="1174"/>
                  <a:pt x="445" y="1174"/>
                </a:cubicBezTo>
                <a:cubicBezTo>
                  <a:pt x="444" y="1174"/>
                  <a:pt x="444" y="1174"/>
                  <a:pt x="444" y="1174"/>
                </a:cubicBezTo>
                <a:cubicBezTo>
                  <a:pt x="444" y="1173"/>
                  <a:pt x="444" y="1173"/>
                  <a:pt x="444" y="1173"/>
                </a:cubicBezTo>
                <a:cubicBezTo>
                  <a:pt x="414" y="1123"/>
                  <a:pt x="414" y="1123"/>
                  <a:pt x="414" y="1123"/>
                </a:cubicBezTo>
                <a:cubicBezTo>
                  <a:pt x="451" y="1089"/>
                  <a:pt x="451" y="1089"/>
                  <a:pt x="451" y="1089"/>
                </a:cubicBezTo>
                <a:cubicBezTo>
                  <a:pt x="451" y="1088"/>
                  <a:pt x="451" y="1088"/>
                  <a:pt x="451" y="1088"/>
                </a:cubicBezTo>
                <a:cubicBezTo>
                  <a:pt x="450" y="1088"/>
                  <a:pt x="450" y="1088"/>
                  <a:pt x="450" y="1088"/>
                </a:cubicBezTo>
                <a:cubicBezTo>
                  <a:pt x="437" y="1065"/>
                  <a:pt x="437" y="1065"/>
                  <a:pt x="437" y="1065"/>
                </a:cubicBezTo>
                <a:cubicBezTo>
                  <a:pt x="436" y="1065"/>
                  <a:pt x="436" y="1065"/>
                  <a:pt x="436" y="1065"/>
                </a:cubicBezTo>
                <a:cubicBezTo>
                  <a:pt x="436" y="1065"/>
                  <a:pt x="436" y="1065"/>
                  <a:pt x="436" y="1065"/>
                </a:cubicBezTo>
                <a:cubicBezTo>
                  <a:pt x="389" y="1080"/>
                  <a:pt x="389" y="1080"/>
                  <a:pt x="389" y="1080"/>
                </a:cubicBezTo>
                <a:cubicBezTo>
                  <a:pt x="359" y="1030"/>
                  <a:pt x="359" y="1030"/>
                  <a:pt x="359" y="1030"/>
                </a:cubicBezTo>
                <a:cubicBezTo>
                  <a:pt x="359" y="1030"/>
                  <a:pt x="359" y="1030"/>
                  <a:pt x="359" y="1030"/>
                </a:cubicBezTo>
                <a:cubicBezTo>
                  <a:pt x="359" y="1030"/>
                  <a:pt x="359" y="1030"/>
                  <a:pt x="359" y="1030"/>
                </a:cubicBezTo>
                <a:cubicBezTo>
                  <a:pt x="359" y="1030"/>
                  <a:pt x="359" y="1030"/>
                  <a:pt x="359" y="1030"/>
                </a:cubicBezTo>
                <a:cubicBezTo>
                  <a:pt x="359" y="1029"/>
                  <a:pt x="359" y="1029"/>
                  <a:pt x="359" y="1029"/>
                </a:cubicBezTo>
                <a:cubicBezTo>
                  <a:pt x="329" y="979"/>
                  <a:pt x="329" y="979"/>
                  <a:pt x="329" y="979"/>
                </a:cubicBezTo>
                <a:cubicBezTo>
                  <a:pt x="365" y="945"/>
                  <a:pt x="365" y="945"/>
                  <a:pt x="365" y="945"/>
                </a:cubicBezTo>
                <a:cubicBezTo>
                  <a:pt x="365" y="944"/>
                  <a:pt x="365" y="944"/>
                  <a:pt x="365" y="944"/>
                </a:cubicBezTo>
                <a:cubicBezTo>
                  <a:pt x="365" y="944"/>
                  <a:pt x="365" y="944"/>
                  <a:pt x="365" y="944"/>
                </a:cubicBezTo>
                <a:cubicBezTo>
                  <a:pt x="351" y="921"/>
                  <a:pt x="351" y="921"/>
                  <a:pt x="351" y="921"/>
                </a:cubicBezTo>
                <a:cubicBezTo>
                  <a:pt x="351" y="921"/>
                  <a:pt x="351" y="921"/>
                  <a:pt x="351" y="921"/>
                </a:cubicBezTo>
                <a:cubicBezTo>
                  <a:pt x="351" y="921"/>
                  <a:pt x="351" y="921"/>
                  <a:pt x="351" y="921"/>
                </a:cubicBezTo>
                <a:cubicBezTo>
                  <a:pt x="303" y="936"/>
                  <a:pt x="303" y="936"/>
                  <a:pt x="303" y="936"/>
                </a:cubicBezTo>
                <a:cubicBezTo>
                  <a:pt x="273" y="886"/>
                  <a:pt x="273" y="886"/>
                  <a:pt x="273" y="886"/>
                </a:cubicBezTo>
                <a:cubicBezTo>
                  <a:pt x="273" y="886"/>
                  <a:pt x="273" y="886"/>
                  <a:pt x="273" y="886"/>
                </a:cubicBezTo>
                <a:cubicBezTo>
                  <a:pt x="273" y="885"/>
                  <a:pt x="273" y="885"/>
                  <a:pt x="273" y="885"/>
                </a:cubicBezTo>
                <a:cubicBezTo>
                  <a:pt x="273" y="885"/>
                  <a:pt x="273" y="885"/>
                  <a:pt x="273" y="885"/>
                </a:cubicBezTo>
                <a:cubicBezTo>
                  <a:pt x="243" y="835"/>
                  <a:pt x="243" y="835"/>
                  <a:pt x="243" y="835"/>
                </a:cubicBezTo>
                <a:cubicBezTo>
                  <a:pt x="279" y="800"/>
                  <a:pt x="279" y="800"/>
                  <a:pt x="279" y="800"/>
                </a:cubicBezTo>
                <a:cubicBezTo>
                  <a:pt x="280" y="800"/>
                  <a:pt x="280" y="800"/>
                  <a:pt x="280" y="800"/>
                </a:cubicBezTo>
                <a:cubicBezTo>
                  <a:pt x="279" y="800"/>
                  <a:pt x="279" y="800"/>
                  <a:pt x="279" y="800"/>
                </a:cubicBezTo>
                <a:cubicBezTo>
                  <a:pt x="266" y="777"/>
                  <a:pt x="266" y="777"/>
                  <a:pt x="266" y="777"/>
                </a:cubicBezTo>
                <a:cubicBezTo>
                  <a:pt x="265" y="777"/>
                  <a:pt x="265" y="777"/>
                  <a:pt x="265" y="777"/>
                </a:cubicBezTo>
                <a:cubicBezTo>
                  <a:pt x="265" y="777"/>
                  <a:pt x="265" y="777"/>
                  <a:pt x="265" y="777"/>
                </a:cubicBezTo>
                <a:cubicBezTo>
                  <a:pt x="218" y="792"/>
                  <a:pt x="218" y="792"/>
                  <a:pt x="218" y="792"/>
                </a:cubicBezTo>
                <a:cubicBezTo>
                  <a:pt x="188" y="742"/>
                  <a:pt x="188" y="742"/>
                  <a:pt x="188" y="742"/>
                </a:cubicBezTo>
                <a:cubicBezTo>
                  <a:pt x="188" y="741"/>
                  <a:pt x="188" y="741"/>
                  <a:pt x="188" y="741"/>
                </a:cubicBezTo>
                <a:cubicBezTo>
                  <a:pt x="188" y="741"/>
                  <a:pt x="188" y="741"/>
                  <a:pt x="188" y="741"/>
                </a:cubicBezTo>
                <a:cubicBezTo>
                  <a:pt x="188" y="741"/>
                  <a:pt x="188" y="741"/>
                  <a:pt x="188" y="741"/>
                </a:cubicBezTo>
                <a:cubicBezTo>
                  <a:pt x="158" y="691"/>
                  <a:pt x="158" y="691"/>
                  <a:pt x="158" y="691"/>
                </a:cubicBezTo>
                <a:cubicBezTo>
                  <a:pt x="194" y="656"/>
                  <a:pt x="194" y="656"/>
                  <a:pt x="194" y="656"/>
                </a:cubicBezTo>
                <a:cubicBezTo>
                  <a:pt x="194" y="656"/>
                  <a:pt x="194" y="656"/>
                  <a:pt x="194" y="656"/>
                </a:cubicBezTo>
                <a:cubicBezTo>
                  <a:pt x="194" y="656"/>
                  <a:pt x="194" y="656"/>
                  <a:pt x="194" y="656"/>
                </a:cubicBezTo>
                <a:cubicBezTo>
                  <a:pt x="191" y="651"/>
                  <a:pt x="191" y="651"/>
                  <a:pt x="191" y="651"/>
                </a:cubicBezTo>
                <a:cubicBezTo>
                  <a:pt x="187" y="645"/>
                  <a:pt x="184" y="639"/>
                  <a:pt x="181" y="633"/>
                </a:cubicBezTo>
                <a:cubicBezTo>
                  <a:pt x="180" y="633"/>
                  <a:pt x="180" y="633"/>
                  <a:pt x="180" y="633"/>
                </a:cubicBezTo>
                <a:cubicBezTo>
                  <a:pt x="180" y="633"/>
                  <a:pt x="180" y="633"/>
                  <a:pt x="180" y="633"/>
                </a:cubicBezTo>
                <a:cubicBezTo>
                  <a:pt x="164" y="638"/>
                  <a:pt x="148" y="643"/>
                  <a:pt x="133" y="647"/>
                </a:cubicBezTo>
                <a:cubicBezTo>
                  <a:pt x="123" y="630"/>
                  <a:pt x="114" y="612"/>
                  <a:pt x="106" y="596"/>
                </a:cubicBezTo>
                <a:cubicBezTo>
                  <a:pt x="106" y="595"/>
                  <a:pt x="106" y="595"/>
                  <a:pt x="106" y="595"/>
                </a:cubicBezTo>
                <a:cubicBezTo>
                  <a:pt x="106" y="595"/>
                  <a:pt x="106" y="595"/>
                  <a:pt x="106" y="595"/>
                </a:cubicBezTo>
                <a:cubicBezTo>
                  <a:pt x="106" y="595"/>
                  <a:pt x="106" y="595"/>
                  <a:pt x="106" y="595"/>
                </a:cubicBezTo>
                <a:cubicBezTo>
                  <a:pt x="106" y="595"/>
                  <a:pt x="106" y="595"/>
                  <a:pt x="106" y="595"/>
                </a:cubicBezTo>
                <a:cubicBezTo>
                  <a:pt x="99" y="580"/>
                  <a:pt x="92" y="563"/>
                  <a:pt x="84" y="541"/>
                </a:cubicBezTo>
                <a:cubicBezTo>
                  <a:pt x="98" y="532"/>
                  <a:pt x="112" y="524"/>
                  <a:pt x="127" y="515"/>
                </a:cubicBezTo>
                <a:cubicBezTo>
                  <a:pt x="127" y="515"/>
                  <a:pt x="127" y="515"/>
                  <a:pt x="127" y="515"/>
                </a:cubicBezTo>
                <a:cubicBezTo>
                  <a:pt x="127" y="515"/>
                  <a:pt x="127" y="515"/>
                  <a:pt x="127" y="515"/>
                </a:cubicBezTo>
                <a:cubicBezTo>
                  <a:pt x="126" y="513"/>
                  <a:pt x="126" y="511"/>
                  <a:pt x="125" y="509"/>
                </a:cubicBezTo>
                <a:cubicBezTo>
                  <a:pt x="124" y="508"/>
                  <a:pt x="124" y="508"/>
                  <a:pt x="124" y="508"/>
                </a:cubicBezTo>
                <a:cubicBezTo>
                  <a:pt x="123" y="502"/>
                  <a:pt x="121" y="497"/>
                  <a:pt x="120" y="491"/>
                </a:cubicBezTo>
                <a:cubicBezTo>
                  <a:pt x="119" y="491"/>
                  <a:pt x="119" y="491"/>
                  <a:pt x="119" y="491"/>
                </a:cubicBezTo>
                <a:cubicBezTo>
                  <a:pt x="119" y="491"/>
                  <a:pt x="119" y="491"/>
                  <a:pt x="119" y="491"/>
                </a:cubicBezTo>
                <a:cubicBezTo>
                  <a:pt x="103" y="492"/>
                  <a:pt x="86" y="493"/>
                  <a:pt x="70" y="493"/>
                </a:cubicBezTo>
                <a:cubicBezTo>
                  <a:pt x="65" y="474"/>
                  <a:pt x="61" y="455"/>
                  <a:pt x="59" y="436"/>
                </a:cubicBezTo>
                <a:cubicBezTo>
                  <a:pt x="59" y="435"/>
                  <a:pt x="59" y="435"/>
                  <a:pt x="59" y="435"/>
                </a:cubicBezTo>
                <a:cubicBezTo>
                  <a:pt x="59" y="435"/>
                  <a:pt x="59" y="435"/>
                  <a:pt x="59" y="435"/>
                </a:cubicBezTo>
                <a:cubicBezTo>
                  <a:pt x="59" y="435"/>
                  <a:pt x="59" y="435"/>
                  <a:pt x="59" y="435"/>
                </a:cubicBezTo>
                <a:cubicBezTo>
                  <a:pt x="57" y="417"/>
                  <a:pt x="56" y="398"/>
                  <a:pt x="56" y="377"/>
                </a:cubicBezTo>
                <a:cubicBezTo>
                  <a:pt x="71" y="374"/>
                  <a:pt x="88" y="371"/>
                  <a:pt x="105" y="369"/>
                </a:cubicBezTo>
                <a:cubicBezTo>
                  <a:pt x="105" y="369"/>
                  <a:pt x="105" y="369"/>
                  <a:pt x="105" y="369"/>
                </a:cubicBezTo>
                <a:cubicBezTo>
                  <a:pt x="105" y="368"/>
                  <a:pt x="105" y="368"/>
                  <a:pt x="105" y="368"/>
                </a:cubicBezTo>
                <a:cubicBezTo>
                  <a:pt x="106" y="366"/>
                  <a:pt x="106" y="364"/>
                  <a:pt x="106" y="362"/>
                </a:cubicBezTo>
                <a:cubicBezTo>
                  <a:pt x="106" y="362"/>
                  <a:pt x="106" y="362"/>
                  <a:pt x="106" y="362"/>
                </a:cubicBezTo>
                <a:cubicBezTo>
                  <a:pt x="106" y="357"/>
                  <a:pt x="107" y="351"/>
                  <a:pt x="108" y="346"/>
                </a:cubicBezTo>
                <a:cubicBezTo>
                  <a:pt x="108" y="345"/>
                  <a:pt x="108" y="345"/>
                  <a:pt x="108" y="345"/>
                </a:cubicBezTo>
                <a:cubicBezTo>
                  <a:pt x="107" y="345"/>
                  <a:pt x="107" y="345"/>
                  <a:pt x="107" y="345"/>
                </a:cubicBezTo>
                <a:cubicBezTo>
                  <a:pt x="92" y="340"/>
                  <a:pt x="77" y="334"/>
                  <a:pt x="61" y="327"/>
                </a:cubicBezTo>
                <a:cubicBezTo>
                  <a:pt x="64" y="309"/>
                  <a:pt x="70" y="290"/>
                  <a:pt x="77" y="272"/>
                </a:cubicBezTo>
                <a:cubicBezTo>
                  <a:pt x="77" y="271"/>
                  <a:pt x="77" y="271"/>
                  <a:pt x="77" y="271"/>
                </a:cubicBezTo>
                <a:cubicBezTo>
                  <a:pt x="77" y="271"/>
                  <a:pt x="77" y="271"/>
                  <a:pt x="77" y="271"/>
                </a:cubicBezTo>
                <a:cubicBezTo>
                  <a:pt x="77" y="271"/>
                  <a:pt x="77" y="271"/>
                  <a:pt x="77" y="271"/>
                </a:cubicBezTo>
                <a:cubicBezTo>
                  <a:pt x="77" y="271"/>
                  <a:pt x="77" y="271"/>
                  <a:pt x="77" y="271"/>
                </a:cubicBezTo>
                <a:cubicBezTo>
                  <a:pt x="85" y="250"/>
                  <a:pt x="94" y="233"/>
                  <a:pt x="103" y="219"/>
                </a:cubicBezTo>
                <a:cubicBezTo>
                  <a:pt x="120" y="225"/>
                  <a:pt x="135" y="231"/>
                  <a:pt x="149" y="237"/>
                </a:cubicBezTo>
                <a:cubicBezTo>
                  <a:pt x="150" y="237"/>
                  <a:pt x="150" y="237"/>
                  <a:pt x="150" y="237"/>
                </a:cubicBezTo>
                <a:cubicBezTo>
                  <a:pt x="150" y="237"/>
                  <a:pt x="150" y="237"/>
                  <a:pt x="150" y="237"/>
                </a:cubicBezTo>
                <a:cubicBezTo>
                  <a:pt x="151" y="235"/>
                  <a:pt x="153" y="233"/>
                  <a:pt x="155" y="230"/>
                </a:cubicBezTo>
                <a:cubicBezTo>
                  <a:pt x="157" y="227"/>
                  <a:pt x="160" y="223"/>
                  <a:pt x="163" y="220"/>
                </a:cubicBezTo>
                <a:cubicBezTo>
                  <a:pt x="163" y="219"/>
                  <a:pt x="163" y="219"/>
                  <a:pt x="163" y="219"/>
                </a:cubicBezTo>
                <a:cubicBezTo>
                  <a:pt x="163" y="219"/>
                  <a:pt x="163" y="219"/>
                  <a:pt x="163" y="219"/>
                </a:cubicBezTo>
                <a:cubicBezTo>
                  <a:pt x="153" y="206"/>
                  <a:pt x="143" y="193"/>
                  <a:pt x="134" y="179"/>
                </a:cubicBezTo>
                <a:cubicBezTo>
                  <a:pt x="147" y="164"/>
                  <a:pt x="164" y="150"/>
                  <a:pt x="176" y="140"/>
                </a:cubicBezTo>
                <a:cubicBezTo>
                  <a:pt x="176" y="140"/>
                  <a:pt x="176" y="140"/>
                  <a:pt x="176" y="140"/>
                </a:cubicBezTo>
                <a:cubicBezTo>
                  <a:pt x="177" y="140"/>
                  <a:pt x="177" y="140"/>
                  <a:pt x="177" y="140"/>
                </a:cubicBezTo>
                <a:cubicBezTo>
                  <a:pt x="177" y="140"/>
                  <a:pt x="177" y="140"/>
                  <a:pt x="177" y="140"/>
                </a:cubicBezTo>
                <a:cubicBezTo>
                  <a:pt x="195" y="127"/>
                  <a:pt x="211" y="117"/>
                  <a:pt x="226" y="109"/>
                </a:cubicBezTo>
                <a:cubicBezTo>
                  <a:pt x="237" y="121"/>
                  <a:pt x="247" y="134"/>
                  <a:pt x="257" y="147"/>
                </a:cubicBezTo>
                <a:cubicBezTo>
                  <a:pt x="258" y="147"/>
                  <a:pt x="258" y="147"/>
                  <a:pt x="258" y="147"/>
                </a:cubicBezTo>
                <a:cubicBezTo>
                  <a:pt x="258" y="147"/>
                  <a:pt x="258" y="147"/>
                  <a:pt x="258" y="147"/>
                </a:cubicBezTo>
                <a:cubicBezTo>
                  <a:pt x="263" y="145"/>
                  <a:pt x="268" y="142"/>
                  <a:pt x="273" y="140"/>
                </a:cubicBezTo>
                <a:cubicBezTo>
                  <a:pt x="275" y="140"/>
                  <a:pt x="277" y="139"/>
                  <a:pt x="280" y="138"/>
                </a:cubicBezTo>
                <a:cubicBezTo>
                  <a:pt x="280" y="137"/>
                  <a:pt x="280" y="137"/>
                  <a:pt x="280" y="137"/>
                </a:cubicBezTo>
                <a:cubicBezTo>
                  <a:pt x="280" y="137"/>
                  <a:pt x="280" y="137"/>
                  <a:pt x="280" y="137"/>
                </a:cubicBezTo>
                <a:cubicBezTo>
                  <a:pt x="276" y="120"/>
                  <a:pt x="274" y="104"/>
                  <a:pt x="272" y="88"/>
                </a:cubicBezTo>
                <a:cubicBezTo>
                  <a:pt x="289" y="81"/>
                  <a:pt x="307" y="76"/>
                  <a:pt x="327" y="70"/>
                </a:cubicBezTo>
                <a:cubicBezTo>
                  <a:pt x="327" y="70"/>
                  <a:pt x="327" y="70"/>
                  <a:pt x="327" y="70"/>
                </a:cubicBezTo>
                <a:cubicBezTo>
                  <a:pt x="327" y="70"/>
                  <a:pt x="327" y="70"/>
                  <a:pt x="327" y="70"/>
                </a:cubicBezTo>
                <a:cubicBezTo>
                  <a:pt x="328" y="70"/>
                  <a:pt x="328" y="70"/>
                  <a:pt x="328" y="70"/>
                </a:cubicBezTo>
                <a:cubicBezTo>
                  <a:pt x="347" y="66"/>
                  <a:pt x="366" y="62"/>
                  <a:pt x="385" y="59"/>
                </a:cubicBezTo>
                <a:cubicBezTo>
                  <a:pt x="390" y="73"/>
                  <a:pt x="396" y="89"/>
                  <a:pt x="402" y="105"/>
                </a:cubicBezTo>
                <a:cubicBezTo>
                  <a:pt x="403" y="106"/>
                  <a:pt x="403" y="106"/>
                  <a:pt x="403" y="106"/>
                </a:cubicBezTo>
                <a:cubicBezTo>
                  <a:pt x="403" y="106"/>
                  <a:pt x="403" y="106"/>
                  <a:pt x="403" y="106"/>
                </a:cubicBezTo>
                <a:cubicBezTo>
                  <a:pt x="427" y="103"/>
                  <a:pt x="427" y="103"/>
                  <a:pt x="427" y="103"/>
                </a:cubicBezTo>
                <a:cubicBezTo>
                  <a:pt x="428" y="103"/>
                  <a:pt x="428" y="103"/>
                  <a:pt x="428" y="103"/>
                </a:cubicBezTo>
                <a:cubicBezTo>
                  <a:pt x="428" y="102"/>
                  <a:pt x="428" y="102"/>
                  <a:pt x="428" y="102"/>
                </a:cubicBezTo>
                <a:cubicBezTo>
                  <a:pt x="430" y="87"/>
                  <a:pt x="432" y="70"/>
                  <a:pt x="435" y="53"/>
                </a:cubicBezTo>
                <a:cubicBezTo>
                  <a:pt x="452" y="52"/>
                  <a:pt x="470" y="52"/>
                  <a:pt x="488" y="51"/>
                </a:cubicBezTo>
                <a:cubicBezTo>
                  <a:pt x="493" y="51"/>
                  <a:pt x="493" y="51"/>
                  <a:pt x="493" y="51"/>
                </a:cubicBezTo>
                <a:close/>
              </a:path>
            </a:pathLst>
          </a:custGeom>
          <a:solidFill>
            <a:schemeClr val="accent1"/>
          </a:solidFill>
          <a:ln w="19050">
            <a:gradFill flip="none" rotWithShape="1">
              <a:gsLst>
                <a:gs pos="0">
                  <a:schemeClr val="bg1"/>
                </a:gs>
                <a:gs pos="100000">
                  <a:schemeClr val="bg1">
                    <a:lumMod val="85000"/>
                  </a:schemeClr>
                </a:gs>
              </a:gsLst>
              <a:lin ang="2700000" scaled="1"/>
              <a:tileRect/>
            </a:gradFill>
          </a:ln>
          <a:effectLst>
            <a:outerShdw blurRad="254000" dist="101600" dir="2700000" algn="tl" rotWithShape="0">
              <a:prstClr val="black">
                <a:alpha val="30000"/>
              </a:prstClr>
            </a:outerShdw>
            <a:softEdge rad="0"/>
          </a:effectLst>
        </p:spPr>
        <p:txBody>
          <a:bodyPr vert="horz" wrap="square" lIns="91440" tIns="45720" rIns="91440" bIns="45720" numCol="1" anchor="t" anchorCtr="0" compatLnSpc="1">
            <a:prstTxWarp prst="textNoShape">
              <a:avLst/>
            </a:prstTxWarp>
            <a:noAutofit/>
          </a:bodyPr>
          <a:lstStyle/>
          <a:p>
            <a:endParaRPr lang="zh-CN" altLang="en-US">
              <a:solidFill>
                <a:prstClr val="black"/>
              </a:solidFill>
              <a:latin typeface="思源黑体 CN Medium" panose="020B0600000000000000" pitchFamily="34" charset="-122"/>
              <a:ea typeface="思源黑体 CN Medium" panose="020B0600000000000000" pitchFamily="34" charset="-122"/>
            </a:endParaRPr>
          </a:p>
        </p:txBody>
      </p:sp>
      <p:sp>
        <p:nvSpPr>
          <p:cNvPr id="75" name="Freeform 6">
            <a:extLst>
              <a:ext uri="{FF2B5EF4-FFF2-40B4-BE49-F238E27FC236}">
                <a16:creationId xmlns:a16="http://schemas.microsoft.com/office/drawing/2014/main" id="{5BC2C3DC-DCF8-4C35-B70F-2960153342B0}"/>
              </a:ext>
            </a:extLst>
          </p:cNvPr>
          <p:cNvSpPr>
            <a:spLocks noEditPoints="1"/>
          </p:cNvSpPr>
          <p:nvPr/>
        </p:nvSpPr>
        <p:spPr bwMode="auto">
          <a:xfrm>
            <a:off x="4005120" y="2245699"/>
            <a:ext cx="1131445" cy="1129412"/>
          </a:xfrm>
          <a:custGeom>
            <a:avLst/>
            <a:gdLst>
              <a:gd name="T0" fmla="*/ 559 w 615"/>
              <a:gd name="T1" fmla="*/ 308 h 614"/>
              <a:gd name="T2" fmla="*/ 610 w 615"/>
              <a:gd name="T3" fmla="*/ 253 h 614"/>
              <a:gd name="T4" fmla="*/ 541 w 615"/>
              <a:gd name="T5" fmla="*/ 215 h 614"/>
              <a:gd name="T6" fmla="*/ 566 w 615"/>
              <a:gd name="T7" fmla="*/ 140 h 614"/>
              <a:gd name="T8" fmla="*/ 491 w 615"/>
              <a:gd name="T9" fmla="*/ 135 h 614"/>
              <a:gd name="T10" fmla="*/ 434 w 615"/>
              <a:gd name="T11" fmla="*/ 90 h 614"/>
              <a:gd name="T12" fmla="*/ 412 w 615"/>
              <a:gd name="T13" fmla="*/ 18 h 614"/>
              <a:gd name="T14" fmla="*/ 345 w 615"/>
              <a:gd name="T15" fmla="*/ 58 h 614"/>
              <a:gd name="T16" fmla="*/ 292 w 615"/>
              <a:gd name="T17" fmla="*/ 0 h 614"/>
              <a:gd name="T18" fmla="*/ 250 w 615"/>
              <a:gd name="T19" fmla="*/ 62 h 614"/>
              <a:gd name="T20" fmla="*/ 183 w 615"/>
              <a:gd name="T21" fmla="*/ 89 h 614"/>
              <a:gd name="T22" fmla="*/ 109 w 615"/>
              <a:gd name="T23" fmla="*/ 71 h 614"/>
              <a:gd name="T24" fmla="*/ 111 w 615"/>
              <a:gd name="T25" fmla="*/ 150 h 614"/>
              <a:gd name="T26" fmla="*/ 33 w 615"/>
              <a:gd name="T27" fmla="*/ 167 h 614"/>
              <a:gd name="T28" fmla="*/ 67 w 615"/>
              <a:gd name="T29" fmla="*/ 234 h 614"/>
              <a:gd name="T30" fmla="*/ 56 w 615"/>
              <a:gd name="T31" fmla="*/ 306 h 614"/>
              <a:gd name="T32" fmla="*/ 4 w 615"/>
              <a:gd name="T33" fmla="*/ 361 h 614"/>
              <a:gd name="T34" fmla="*/ 73 w 615"/>
              <a:gd name="T35" fmla="*/ 399 h 614"/>
              <a:gd name="T36" fmla="*/ 49 w 615"/>
              <a:gd name="T37" fmla="*/ 474 h 614"/>
              <a:gd name="T38" fmla="*/ 124 w 615"/>
              <a:gd name="T39" fmla="*/ 479 h 614"/>
              <a:gd name="T40" fmla="*/ 181 w 615"/>
              <a:gd name="T41" fmla="*/ 524 h 614"/>
              <a:gd name="T42" fmla="*/ 202 w 615"/>
              <a:gd name="T43" fmla="*/ 596 h 614"/>
              <a:gd name="T44" fmla="*/ 270 w 615"/>
              <a:gd name="T45" fmla="*/ 556 h 614"/>
              <a:gd name="T46" fmla="*/ 323 w 615"/>
              <a:gd name="T47" fmla="*/ 614 h 614"/>
              <a:gd name="T48" fmla="*/ 365 w 615"/>
              <a:gd name="T49" fmla="*/ 552 h 614"/>
              <a:gd name="T50" fmla="*/ 432 w 615"/>
              <a:gd name="T51" fmla="*/ 525 h 614"/>
              <a:gd name="T52" fmla="*/ 505 w 615"/>
              <a:gd name="T53" fmla="*/ 543 h 614"/>
              <a:gd name="T54" fmla="*/ 504 w 615"/>
              <a:gd name="T55" fmla="*/ 464 h 614"/>
              <a:gd name="T56" fmla="*/ 581 w 615"/>
              <a:gd name="T57" fmla="*/ 447 h 614"/>
              <a:gd name="T58" fmla="*/ 548 w 615"/>
              <a:gd name="T59" fmla="*/ 380 h 614"/>
              <a:gd name="T60" fmla="*/ 295 w 615"/>
              <a:gd name="T61" fmla="*/ 379 h 614"/>
              <a:gd name="T62" fmla="*/ 201 w 615"/>
              <a:gd name="T63" fmla="*/ 377 h 614"/>
              <a:gd name="T64" fmla="*/ 202 w 615"/>
              <a:gd name="T65" fmla="*/ 235 h 614"/>
              <a:gd name="T66" fmla="*/ 295 w 615"/>
              <a:gd name="T67" fmla="*/ 236 h 614"/>
              <a:gd name="T68" fmla="*/ 295 w 615"/>
              <a:gd name="T69" fmla="*/ 379 h 614"/>
              <a:gd name="T70" fmla="*/ 386 w 615"/>
              <a:gd name="T71" fmla="*/ 395 h 614"/>
              <a:gd name="T72" fmla="*/ 345 w 615"/>
              <a:gd name="T73" fmla="*/ 298 h 614"/>
              <a:gd name="T74" fmla="*/ 339 w 615"/>
              <a:gd name="T75" fmla="*/ 260 h 614"/>
              <a:gd name="T76" fmla="*/ 372 w 615"/>
              <a:gd name="T77" fmla="*/ 244 h 614"/>
              <a:gd name="T78" fmla="*/ 395 w 615"/>
              <a:gd name="T79" fmla="*/ 217 h 614"/>
              <a:gd name="T80" fmla="*/ 432 w 615"/>
              <a:gd name="T81" fmla="*/ 395 h 614"/>
              <a:gd name="T82" fmla="*/ 249 w 615"/>
              <a:gd name="T83" fmla="*/ 253 h 614"/>
              <a:gd name="T84" fmla="*/ 233 w 615"/>
              <a:gd name="T85" fmla="*/ 266 h 614"/>
              <a:gd name="T86" fmla="*/ 233 w 615"/>
              <a:gd name="T87" fmla="*/ 346 h 614"/>
              <a:gd name="T88" fmla="*/ 249 w 615"/>
              <a:gd name="T89" fmla="*/ 361 h 614"/>
              <a:gd name="T90" fmla="*/ 264 w 615"/>
              <a:gd name="T91" fmla="*/ 348 h 614"/>
              <a:gd name="T92" fmla="*/ 264 w 615"/>
              <a:gd name="T93" fmla="*/ 268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15" h="614">
                <a:moveTo>
                  <a:pt x="556" y="344"/>
                </a:moveTo>
                <a:cubicBezTo>
                  <a:pt x="558" y="332"/>
                  <a:pt x="559" y="320"/>
                  <a:pt x="559" y="308"/>
                </a:cubicBezTo>
                <a:cubicBezTo>
                  <a:pt x="578" y="304"/>
                  <a:pt x="596" y="298"/>
                  <a:pt x="615" y="291"/>
                </a:cubicBezTo>
                <a:cubicBezTo>
                  <a:pt x="614" y="279"/>
                  <a:pt x="612" y="266"/>
                  <a:pt x="610" y="253"/>
                </a:cubicBezTo>
                <a:cubicBezTo>
                  <a:pt x="591" y="251"/>
                  <a:pt x="571" y="250"/>
                  <a:pt x="552" y="250"/>
                </a:cubicBezTo>
                <a:cubicBezTo>
                  <a:pt x="549" y="238"/>
                  <a:pt x="546" y="226"/>
                  <a:pt x="541" y="215"/>
                </a:cubicBezTo>
                <a:cubicBezTo>
                  <a:pt x="537" y="204"/>
                  <a:pt x="532" y="193"/>
                  <a:pt x="526" y="182"/>
                </a:cubicBezTo>
                <a:cubicBezTo>
                  <a:pt x="540" y="169"/>
                  <a:pt x="553" y="155"/>
                  <a:pt x="566" y="140"/>
                </a:cubicBezTo>
                <a:cubicBezTo>
                  <a:pt x="559" y="129"/>
                  <a:pt x="551" y="119"/>
                  <a:pt x="543" y="109"/>
                </a:cubicBezTo>
                <a:cubicBezTo>
                  <a:pt x="525" y="117"/>
                  <a:pt x="507" y="125"/>
                  <a:pt x="491" y="135"/>
                </a:cubicBezTo>
                <a:cubicBezTo>
                  <a:pt x="482" y="126"/>
                  <a:pt x="473" y="118"/>
                  <a:pt x="464" y="110"/>
                </a:cubicBezTo>
                <a:cubicBezTo>
                  <a:pt x="454" y="103"/>
                  <a:pt x="444" y="96"/>
                  <a:pt x="434" y="90"/>
                </a:cubicBezTo>
                <a:cubicBezTo>
                  <a:pt x="439" y="71"/>
                  <a:pt x="444" y="52"/>
                  <a:pt x="447" y="33"/>
                </a:cubicBezTo>
                <a:cubicBezTo>
                  <a:pt x="436" y="27"/>
                  <a:pt x="424" y="22"/>
                  <a:pt x="412" y="18"/>
                </a:cubicBezTo>
                <a:cubicBezTo>
                  <a:pt x="401" y="34"/>
                  <a:pt x="390" y="50"/>
                  <a:pt x="380" y="66"/>
                </a:cubicBezTo>
                <a:cubicBezTo>
                  <a:pt x="368" y="63"/>
                  <a:pt x="357" y="60"/>
                  <a:pt x="345" y="58"/>
                </a:cubicBezTo>
                <a:cubicBezTo>
                  <a:pt x="333" y="57"/>
                  <a:pt x="321" y="56"/>
                  <a:pt x="308" y="56"/>
                </a:cubicBezTo>
                <a:cubicBezTo>
                  <a:pt x="304" y="37"/>
                  <a:pt x="298" y="18"/>
                  <a:pt x="292" y="0"/>
                </a:cubicBezTo>
                <a:cubicBezTo>
                  <a:pt x="279" y="0"/>
                  <a:pt x="266" y="2"/>
                  <a:pt x="254" y="4"/>
                </a:cubicBezTo>
                <a:cubicBezTo>
                  <a:pt x="251" y="24"/>
                  <a:pt x="250" y="43"/>
                  <a:pt x="250" y="62"/>
                </a:cubicBezTo>
                <a:cubicBezTo>
                  <a:pt x="238" y="65"/>
                  <a:pt x="227" y="69"/>
                  <a:pt x="215" y="73"/>
                </a:cubicBezTo>
                <a:cubicBezTo>
                  <a:pt x="204" y="78"/>
                  <a:pt x="193" y="83"/>
                  <a:pt x="183" y="89"/>
                </a:cubicBezTo>
                <a:cubicBezTo>
                  <a:pt x="169" y="75"/>
                  <a:pt x="155" y="61"/>
                  <a:pt x="140" y="49"/>
                </a:cubicBezTo>
                <a:cubicBezTo>
                  <a:pt x="129" y="56"/>
                  <a:pt x="119" y="63"/>
                  <a:pt x="109" y="71"/>
                </a:cubicBezTo>
                <a:cubicBezTo>
                  <a:pt x="117" y="89"/>
                  <a:pt x="126" y="107"/>
                  <a:pt x="135" y="124"/>
                </a:cubicBezTo>
                <a:cubicBezTo>
                  <a:pt x="126" y="132"/>
                  <a:pt x="118" y="141"/>
                  <a:pt x="111" y="150"/>
                </a:cubicBezTo>
                <a:cubicBezTo>
                  <a:pt x="103" y="160"/>
                  <a:pt x="96" y="170"/>
                  <a:pt x="90" y="180"/>
                </a:cubicBezTo>
                <a:cubicBezTo>
                  <a:pt x="72" y="175"/>
                  <a:pt x="53" y="170"/>
                  <a:pt x="33" y="167"/>
                </a:cubicBezTo>
                <a:cubicBezTo>
                  <a:pt x="28" y="178"/>
                  <a:pt x="22" y="190"/>
                  <a:pt x="18" y="202"/>
                </a:cubicBezTo>
                <a:cubicBezTo>
                  <a:pt x="34" y="214"/>
                  <a:pt x="50" y="225"/>
                  <a:pt x="67" y="234"/>
                </a:cubicBezTo>
                <a:cubicBezTo>
                  <a:pt x="63" y="246"/>
                  <a:pt x="60" y="258"/>
                  <a:pt x="59" y="270"/>
                </a:cubicBezTo>
                <a:cubicBezTo>
                  <a:pt x="57" y="282"/>
                  <a:pt x="56" y="294"/>
                  <a:pt x="56" y="306"/>
                </a:cubicBezTo>
                <a:cubicBezTo>
                  <a:pt x="37" y="310"/>
                  <a:pt x="18" y="316"/>
                  <a:pt x="0" y="323"/>
                </a:cubicBezTo>
                <a:cubicBezTo>
                  <a:pt x="0" y="335"/>
                  <a:pt x="2" y="348"/>
                  <a:pt x="4" y="361"/>
                </a:cubicBezTo>
                <a:cubicBezTo>
                  <a:pt x="24" y="363"/>
                  <a:pt x="43" y="364"/>
                  <a:pt x="62" y="364"/>
                </a:cubicBezTo>
                <a:cubicBezTo>
                  <a:pt x="65" y="376"/>
                  <a:pt x="69" y="388"/>
                  <a:pt x="73" y="399"/>
                </a:cubicBezTo>
                <a:cubicBezTo>
                  <a:pt x="78" y="410"/>
                  <a:pt x="83" y="421"/>
                  <a:pt x="89" y="432"/>
                </a:cubicBezTo>
                <a:cubicBezTo>
                  <a:pt x="75" y="445"/>
                  <a:pt x="62" y="459"/>
                  <a:pt x="49" y="474"/>
                </a:cubicBezTo>
                <a:cubicBezTo>
                  <a:pt x="56" y="485"/>
                  <a:pt x="63" y="495"/>
                  <a:pt x="72" y="505"/>
                </a:cubicBezTo>
                <a:cubicBezTo>
                  <a:pt x="90" y="497"/>
                  <a:pt x="107" y="489"/>
                  <a:pt x="124" y="479"/>
                </a:cubicBezTo>
                <a:cubicBezTo>
                  <a:pt x="132" y="488"/>
                  <a:pt x="141" y="496"/>
                  <a:pt x="151" y="504"/>
                </a:cubicBezTo>
                <a:cubicBezTo>
                  <a:pt x="160" y="511"/>
                  <a:pt x="170" y="518"/>
                  <a:pt x="181" y="524"/>
                </a:cubicBezTo>
                <a:cubicBezTo>
                  <a:pt x="175" y="543"/>
                  <a:pt x="171" y="562"/>
                  <a:pt x="167" y="581"/>
                </a:cubicBezTo>
                <a:cubicBezTo>
                  <a:pt x="178" y="587"/>
                  <a:pt x="190" y="592"/>
                  <a:pt x="202" y="596"/>
                </a:cubicBezTo>
                <a:cubicBezTo>
                  <a:pt x="214" y="580"/>
                  <a:pt x="225" y="564"/>
                  <a:pt x="235" y="548"/>
                </a:cubicBezTo>
                <a:cubicBezTo>
                  <a:pt x="246" y="551"/>
                  <a:pt x="258" y="554"/>
                  <a:pt x="270" y="556"/>
                </a:cubicBezTo>
                <a:cubicBezTo>
                  <a:pt x="282" y="558"/>
                  <a:pt x="294" y="558"/>
                  <a:pt x="306" y="558"/>
                </a:cubicBezTo>
                <a:cubicBezTo>
                  <a:pt x="311" y="577"/>
                  <a:pt x="316" y="596"/>
                  <a:pt x="323" y="614"/>
                </a:cubicBezTo>
                <a:cubicBezTo>
                  <a:pt x="336" y="614"/>
                  <a:pt x="348" y="612"/>
                  <a:pt x="361" y="610"/>
                </a:cubicBezTo>
                <a:cubicBezTo>
                  <a:pt x="363" y="590"/>
                  <a:pt x="365" y="571"/>
                  <a:pt x="365" y="552"/>
                </a:cubicBezTo>
                <a:cubicBezTo>
                  <a:pt x="376" y="549"/>
                  <a:pt x="388" y="545"/>
                  <a:pt x="399" y="541"/>
                </a:cubicBezTo>
                <a:cubicBezTo>
                  <a:pt x="410" y="536"/>
                  <a:pt x="421" y="531"/>
                  <a:pt x="432" y="525"/>
                </a:cubicBezTo>
                <a:cubicBezTo>
                  <a:pt x="445" y="539"/>
                  <a:pt x="459" y="553"/>
                  <a:pt x="474" y="565"/>
                </a:cubicBezTo>
                <a:cubicBezTo>
                  <a:pt x="485" y="558"/>
                  <a:pt x="495" y="551"/>
                  <a:pt x="505" y="543"/>
                </a:cubicBezTo>
                <a:cubicBezTo>
                  <a:pt x="498" y="525"/>
                  <a:pt x="489" y="507"/>
                  <a:pt x="479" y="490"/>
                </a:cubicBezTo>
                <a:cubicBezTo>
                  <a:pt x="488" y="482"/>
                  <a:pt x="496" y="473"/>
                  <a:pt x="504" y="464"/>
                </a:cubicBezTo>
                <a:cubicBezTo>
                  <a:pt x="511" y="454"/>
                  <a:pt x="518" y="444"/>
                  <a:pt x="524" y="434"/>
                </a:cubicBezTo>
                <a:cubicBezTo>
                  <a:pt x="543" y="439"/>
                  <a:pt x="562" y="444"/>
                  <a:pt x="581" y="447"/>
                </a:cubicBezTo>
                <a:cubicBezTo>
                  <a:pt x="587" y="436"/>
                  <a:pt x="592" y="424"/>
                  <a:pt x="596" y="412"/>
                </a:cubicBezTo>
                <a:cubicBezTo>
                  <a:pt x="581" y="400"/>
                  <a:pt x="565" y="390"/>
                  <a:pt x="548" y="380"/>
                </a:cubicBezTo>
                <a:cubicBezTo>
                  <a:pt x="552" y="368"/>
                  <a:pt x="554" y="356"/>
                  <a:pt x="556" y="344"/>
                </a:cubicBezTo>
                <a:close/>
                <a:moveTo>
                  <a:pt x="295" y="379"/>
                </a:moveTo>
                <a:cubicBezTo>
                  <a:pt x="284" y="391"/>
                  <a:pt x="268" y="398"/>
                  <a:pt x="249" y="398"/>
                </a:cubicBezTo>
                <a:cubicBezTo>
                  <a:pt x="229" y="398"/>
                  <a:pt x="213" y="391"/>
                  <a:pt x="201" y="377"/>
                </a:cubicBezTo>
                <a:cubicBezTo>
                  <a:pt x="188" y="364"/>
                  <a:pt x="182" y="341"/>
                  <a:pt x="182" y="307"/>
                </a:cubicBezTo>
                <a:cubicBezTo>
                  <a:pt x="182" y="274"/>
                  <a:pt x="189" y="250"/>
                  <a:pt x="202" y="235"/>
                </a:cubicBezTo>
                <a:cubicBezTo>
                  <a:pt x="213" y="223"/>
                  <a:pt x="229" y="217"/>
                  <a:pt x="249" y="217"/>
                </a:cubicBezTo>
                <a:cubicBezTo>
                  <a:pt x="268" y="217"/>
                  <a:pt x="284" y="223"/>
                  <a:pt x="295" y="236"/>
                </a:cubicBezTo>
                <a:cubicBezTo>
                  <a:pt x="308" y="250"/>
                  <a:pt x="315" y="274"/>
                  <a:pt x="315" y="307"/>
                </a:cubicBezTo>
                <a:cubicBezTo>
                  <a:pt x="315" y="340"/>
                  <a:pt x="308" y="364"/>
                  <a:pt x="295" y="379"/>
                </a:cubicBezTo>
                <a:close/>
                <a:moveTo>
                  <a:pt x="432" y="395"/>
                </a:moveTo>
                <a:cubicBezTo>
                  <a:pt x="386" y="395"/>
                  <a:pt x="386" y="395"/>
                  <a:pt x="386" y="395"/>
                </a:cubicBezTo>
                <a:cubicBezTo>
                  <a:pt x="386" y="278"/>
                  <a:pt x="386" y="278"/>
                  <a:pt x="386" y="278"/>
                </a:cubicBezTo>
                <a:cubicBezTo>
                  <a:pt x="374" y="287"/>
                  <a:pt x="361" y="293"/>
                  <a:pt x="345" y="298"/>
                </a:cubicBezTo>
                <a:cubicBezTo>
                  <a:pt x="339" y="299"/>
                  <a:pt x="339" y="299"/>
                  <a:pt x="339" y="299"/>
                </a:cubicBezTo>
                <a:cubicBezTo>
                  <a:pt x="339" y="260"/>
                  <a:pt x="339" y="260"/>
                  <a:pt x="339" y="260"/>
                </a:cubicBezTo>
                <a:cubicBezTo>
                  <a:pt x="343" y="259"/>
                  <a:pt x="343" y="259"/>
                  <a:pt x="343" y="259"/>
                </a:cubicBezTo>
                <a:cubicBezTo>
                  <a:pt x="352" y="257"/>
                  <a:pt x="362" y="252"/>
                  <a:pt x="372" y="244"/>
                </a:cubicBezTo>
                <a:cubicBezTo>
                  <a:pt x="383" y="237"/>
                  <a:pt x="390" y="229"/>
                  <a:pt x="394" y="219"/>
                </a:cubicBezTo>
                <a:cubicBezTo>
                  <a:pt x="395" y="217"/>
                  <a:pt x="395" y="217"/>
                  <a:pt x="395" y="217"/>
                </a:cubicBezTo>
                <a:cubicBezTo>
                  <a:pt x="432" y="217"/>
                  <a:pt x="432" y="217"/>
                  <a:pt x="432" y="217"/>
                </a:cubicBezTo>
                <a:lnTo>
                  <a:pt x="432" y="395"/>
                </a:lnTo>
                <a:close/>
                <a:moveTo>
                  <a:pt x="258" y="255"/>
                </a:moveTo>
                <a:cubicBezTo>
                  <a:pt x="255" y="254"/>
                  <a:pt x="252" y="253"/>
                  <a:pt x="249" y="253"/>
                </a:cubicBezTo>
                <a:cubicBezTo>
                  <a:pt x="245" y="253"/>
                  <a:pt x="242" y="254"/>
                  <a:pt x="240" y="255"/>
                </a:cubicBezTo>
                <a:cubicBezTo>
                  <a:pt x="237" y="257"/>
                  <a:pt x="235" y="261"/>
                  <a:pt x="233" y="266"/>
                </a:cubicBezTo>
                <a:cubicBezTo>
                  <a:pt x="231" y="274"/>
                  <a:pt x="230" y="288"/>
                  <a:pt x="230" y="307"/>
                </a:cubicBezTo>
                <a:cubicBezTo>
                  <a:pt x="230" y="326"/>
                  <a:pt x="231" y="339"/>
                  <a:pt x="233" y="346"/>
                </a:cubicBezTo>
                <a:cubicBezTo>
                  <a:pt x="235" y="354"/>
                  <a:pt x="238" y="357"/>
                  <a:pt x="240" y="359"/>
                </a:cubicBezTo>
                <a:cubicBezTo>
                  <a:pt x="242" y="361"/>
                  <a:pt x="245" y="361"/>
                  <a:pt x="249" y="361"/>
                </a:cubicBezTo>
                <a:cubicBezTo>
                  <a:pt x="252" y="361"/>
                  <a:pt x="255" y="361"/>
                  <a:pt x="258" y="359"/>
                </a:cubicBezTo>
                <a:cubicBezTo>
                  <a:pt x="260" y="357"/>
                  <a:pt x="262" y="353"/>
                  <a:pt x="264" y="348"/>
                </a:cubicBezTo>
                <a:cubicBezTo>
                  <a:pt x="266" y="340"/>
                  <a:pt x="267" y="326"/>
                  <a:pt x="267" y="307"/>
                </a:cubicBezTo>
                <a:cubicBezTo>
                  <a:pt x="267" y="288"/>
                  <a:pt x="266" y="275"/>
                  <a:pt x="264" y="268"/>
                </a:cubicBezTo>
                <a:cubicBezTo>
                  <a:pt x="262" y="260"/>
                  <a:pt x="259" y="257"/>
                  <a:pt x="258" y="255"/>
                </a:cubicBezTo>
                <a:close/>
              </a:path>
            </a:pathLst>
          </a:custGeom>
          <a:solidFill>
            <a:schemeClr val="accent1"/>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黑体 CN Medium" panose="020B0600000000000000" pitchFamily="34" charset="-122"/>
              <a:ea typeface="思源黑体 CN Medium" panose="020B0600000000000000" pitchFamily="34" charset="-122"/>
            </a:endParaRPr>
          </a:p>
        </p:txBody>
      </p:sp>
      <p:sp>
        <p:nvSpPr>
          <p:cNvPr id="76" name="Freeform 7">
            <a:extLst>
              <a:ext uri="{FF2B5EF4-FFF2-40B4-BE49-F238E27FC236}">
                <a16:creationId xmlns:a16="http://schemas.microsoft.com/office/drawing/2014/main" id="{FAC444B8-87E5-4FCB-A56C-B8A05BDD6546}"/>
              </a:ext>
            </a:extLst>
          </p:cNvPr>
          <p:cNvSpPr>
            <a:spLocks noEditPoints="1"/>
          </p:cNvSpPr>
          <p:nvPr/>
        </p:nvSpPr>
        <p:spPr bwMode="auto">
          <a:xfrm>
            <a:off x="6146751" y="2213203"/>
            <a:ext cx="1130428" cy="1131445"/>
          </a:xfrm>
          <a:custGeom>
            <a:avLst/>
            <a:gdLst>
              <a:gd name="T0" fmla="*/ 234 w 615"/>
              <a:gd name="T1" fmla="*/ 253 h 615"/>
              <a:gd name="T2" fmla="*/ 219 w 615"/>
              <a:gd name="T3" fmla="*/ 266 h 615"/>
              <a:gd name="T4" fmla="*/ 218 w 615"/>
              <a:gd name="T5" fmla="*/ 346 h 615"/>
              <a:gd name="T6" fmla="*/ 234 w 615"/>
              <a:gd name="T7" fmla="*/ 361 h 615"/>
              <a:gd name="T8" fmla="*/ 249 w 615"/>
              <a:gd name="T9" fmla="*/ 348 h 615"/>
              <a:gd name="T10" fmla="*/ 250 w 615"/>
              <a:gd name="T11" fmla="*/ 268 h 615"/>
              <a:gd name="T12" fmla="*/ 556 w 615"/>
              <a:gd name="T13" fmla="*/ 348 h 615"/>
              <a:gd name="T14" fmla="*/ 615 w 615"/>
              <a:gd name="T15" fmla="*/ 296 h 615"/>
              <a:gd name="T16" fmla="*/ 553 w 615"/>
              <a:gd name="T17" fmla="*/ 253 h 615"/>
              <a:gd name="T18" fmla="*/ 528 w 615"/>
              <a:gd name="T19" fmla="*/ 186 h 615"/>
              <a:gd name="T20" fmla="*/ 546 w 615"/>
              <a:gd name="T21" fmla="*/ 113 h 615"/>
              <a:gd name="T22" fmla="*/ 467 w 615"/>
              <a:gd name="T23" fmla="*/ 113 h 615"/>
              <a:gd name="T24" fmla="*/ 452 w 615"/>
              <a:gd name="T25" fmla="*/ 35 h 615"/>
              <a:gd name="T26" fmla="*/ 384 w 615"/>
              <a:gd name="T27" fmla="*/ 67 h 615"/>
              <a:gd name="T28" fmla="*/ 312 w 615"/>
              <a:gd name="T29" fmla="*/ 56 h 615"/>
              <a:gd name="T30" fmla="*/ 258 w 615"/>
              <a:gd name="T31" fmla="*/ 3 h 615"/>
              <a:gd name="T32" fmla="*/ 219 w 615"/>
              <a:gd name="T33" fmla="*/ 72 h 615"/>
              <a:gd name="T34" fmla="*/ 144 w 615"/>
              <a:gd name="T35" fmla="*/ 46 h 615"/>
              <a:gd name="T36" fmla="*/ 138 w 615"/>
              <a:gd name="T37" fmla="*/ 121 h 615"/>
              <a:gd name="T38" fmla="*/ 92 w 615"/>
              <a:gd name="T39" fmla="*/ 177 h 615"/>
              <a:gd name="T40" fmla="*/ 20 w 615"/>
              <a:gd name="T41" fmla="*/ 198 h 615"/>
              <a:gd name="T42" fmla="*/ 60 w 615"/>
              <a:gd name="T43" fmla="*/ 266 h 615"/>
              <a:gd name="T44" fmla="*/ 0 w 615"/>
              <a:gd name="T45" fmla="*/ 318 h 615"/>
              <a:gd name="T46" fmla="*/ 62 w 615"/>
              <a:gd name="T47" fmla="*/ 361 h 615"/>
              <a:gd name="T48" fmla="*/ 88 w 615"/>
              <a:gd name="T49" fmla="*/ 429 h 615"/>
              <a:gd name="T50" fmla="*/ 69 w 615"/>
              <a:gd name="T51" fmla="*/ 502 h 615"/>
              <a:gd name="T52" fmla="*/ 148 w 615"/>
              <a:gd name="T53" fmla="*/ 501 h 615"/>
              <a:gd name="T54" fmla="*/ 163 w 615"/>
              <a:gd name="T55" fmla="*/ 579 h 615"/>
              <a:gd name="T56" fmla="*/ 231 w 615"/>
              <a:gd name="T57" fmla="*/ 547 h 615"/>
              <a:gd name="T58" fmla="*/ 303 w 615"/>
              <a:gd name="T59" fmla="*/ 558 h 615"/>
              <a:gd name="T60" fmla="*/ 357 w 615"/>
              <a:gd name="T61" fmla="*/ 611 h 615"/>
              <a:gd name="T62" fmla="*/ 396 w 615"/>
              <a:gd name="T63" fmla="*/ 542 h 615"/>
              <a:gd name="T64" fmla="*/ 471 w 615"/>
              <a:gd name="T65" fmla="*/ 568 h 615"/>
              <a:gd name="T66" fmla="*/ 477 w 615"/>
              <a:gd name="T67" fmla="*/ 493 h 615"/>
              <a:gd name="T68" fmla="*/ 523 w 615"/>
              <a:gd name="T69" fmla="*/ 437 h 615"/>
              <a:gd name="T70" fmla="*/ 595 w 615"/>
              <a:gd name="T71" fmla="*/ 416 h 615"/>
              <a:gd name="T72" fmla="*/ 556 w 615"/>
              <a:gd name="T73" fmla="*/ 348 h 615"/>
              <a:gd name="T74" fmla="*/ 234 w 615"/>
              <a:gd name="T75" fmla="*/ 398 h 615"/>
              <a:gd name="T76" fmla="*/ 168 w 615"/>
              <a:gd name="T77" fmla="*/ 307 h 615"/>
              <a:gd name="T78" fmla="*/ 234 w 615"/>
              <a:gd name="T79" fmla="*/ 217 h 615"/>
              <a:gd name="T80" fmla="*/ 300 w 615"/>
              <a:gd name="T81" fmla="*/ 307 h 615"/>
              <a:gd name="T82" fmla="*/ 447 w 615"/>
              <a:gd name="T83" fmla="*/ 355 h 615"/>
              <a:gd name="T84" fmla="*/ 310 w 615"/>
              <a:gd name="T85" fmla="*/ 395 h 615"/>
              <a:gd name="T86" fmla="*/ 324 w 615"/>
              <a:gd name="T87" fmla="*/ 355 h 615"/>
              <a:gd name="T88" fmla="*/ 395 w 615"/>
              <a:gd name="T89" fmla="*/ 287 h 615"/>
              <a:gd name="T90" fmla="*/ 397 w 615"/>
              <a:gd name="T91" fmla="*/ 257 h 615"/>
              <a:gd name="T92" fmla="*/ 367 w 615"/>
              <a:gd name="T93" fmla="*/ 258 h 615"/>
              <a:gd name="T94" fmla="*/ 360 w 615"/>
              <a:gd name="T95" fmla="*/ 279 h 615"/>
              <a:gd name="T96" fmla="*/ 319 w 615"/>
              <a:gd name="T97" fmla="*/ 276 h 615"/>
              <a:gd name="T98" fmla="*/ 315 w 615"/>
              <a:gd name="T99" fmla="*/ 270 h 615"/>
              <a:gd name="T100" fmla="*/ 382 w 615"/>
              <a:gd name="T101" fmla="*/ 217 h 615"/>
              <a:gd name="T102" fmla="*/ 447 w 615"/>
              <a:gd name="T103" fmla="*/ 268 h 615"/>
              <a:gd name="T104" fmla="*/ 427 w 615"/>
              <a:gd name="T105" fmla="*/ 314 h 615"/>
              <a:gd name="T106" fmla="*/ 381 w 615"/>
              <a:gd name="T107" fmla="*/ 354 h 615"/>
              <a:gd name="T108" fmla="*/ 447 w 615"/>
              <a:gd name="T109" fmla="*/ 355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15" h="615">
                <a:moveTo>
                  <a:pt x="243" y="255"/>
                </a:moveTo>
                <a:cubicBezTo>
                  <a:pt x="240" y="254"/>
                  <a:pt x="238" y="253"/>
                  <a:pt x="234" y="253"/>
                </a:cubicBezTo>
                <a:cubicBezTo>
                  <a:pt x="231" y="253"/>
                  <a:pt x="228" y="254"/>
                  <a:pt x="225" y="255"/>
                </a:cubicBezTo>
                <a:cubicBezTo>
                  <a:pt x="223" y="257"/>
                  <a:pt x="220" y="261"/>
                  <a:pt x="219" y="266"/>
                </a:cubicBezTo>
                <a:cubicBezTo>
                  <a:pt x="217" y="274"/>
                  <a:pt x="215" y="288"/>
                  <a:pt x="215" y="307"/>
                </a:cubicBezTo>
                <a:cubicBezTo>
                  <a:pt x="215" y="326"/>
                  <a:pt x="216" y="339"/>
                  <a:pt x="218" y="346"/>
                </a:cubicBezTo>
                <a:cubicBezTo>
                  <a:pt x="221" y="354"/>
                  <a:pt x="223" y="357"/>
                  <a:pt x="225" y="359"/>
                </a:cubicBezTo>
                <a:cubicBezTo>
                  <a:pt x="228" y="361"/>
                  <a:pt x="231" y="361"/>
                  <a:pt x="234" y="361"/>
                </a:cubicBezTo>
                <a:cubicBezTo>
                  <a:pt x="238" y="361"/>
                  <a:pt x="241" y="361"/>
                  <a:pt x="243" y="359"/>
                </a:cubicBezTo>
                <a:cubicBezTo>
                  <a:pt x="246" y="357"/>
                  <a:pt x="248" y="353"/>
                  <a:pt x="249" y="348"/>
                </a:cubicBezTo>
                <a:cubicBezTo>
                  <a:pt x="252" y="340"/>
                  <a:pt x="253" y="326"/>
                  <a:pt x="253" y="307"/>
                </a:cubicBezTo>
                <a:cubicBezTo>
                  <a:pt x="253" y="288"/>
                  <a:pt x="252" y="275"/>
                  <a:pt x="250" y="268"/>
                </a:cubicBezTo>
                <a:cubicBezTo>
                  <a:pt x="247" y="260"/>
                  <a:pt x="245" y="257"/>
                  <a:pt x="243" y="255"/>
                </a:cubicBezTo>
                <a:close/>
                <a:moveTo>
                  <a:pt x="556" y="348"/>
                </a:moveTo>
                <a:cubicBezTo>
                  <a:pt x="558" y="336"/>
                  <a:pt x="559" y="324"/>
                  <a:pt x="559" y="312"/>
                </a:cubicBezTo>
                <a:cubicBezTo>
                  <a:pt x="578" y="308"/>
                  <a:pt x="597" y="302"/>
                  <a:pt x="615" y="296"/>
                </a:cubicBezTo>
                <a:cubicBezTo>
                  <a:pt x="615" y="283"/>
                  <a:pt x="613" y="270"/>
                  <a:pt x="611" y="258"/>
                </a:cubicBezTo>
                <a:cubicBezTo>
                  <a:pt x="592" y="255"/>
                  <a:pt x="573" y="254"/>
                  <a:pt x="553" y="253"/>
                </a:cubicBezTo>
                <a:cubicBezTo>
                  <a:pt x="551" y="241"/>
                  <a:pt x="547" y="230"/>
                  <a:pt x="543" y="218"/>
                </a:cubicBezTo>
                <a:cubicBezTo>
                  <a:pt x="538" y="207"/>
                  <a:pt x="534" y="196"/>
                  <a:pt x="528" y="186"/>
                </a:cubicBezTo>
                <a:cubicBezTo>
                  <a:pt x="542" y="172"/>
                  <a:pt x="555" y="159"/>
                  <a:pt x="568" y="144"/>
                </a:cubicBezTo>
                <a:cubicBezTo>
                  <a:pt x="562" y="133"/>
                  <a:pt x="554" y="122"/>
                  <a:pt x="546" y="113"/>
                </a:cubicBezTo>
                <a:cubicBezTo>
                  <a:pt x="528" y="120"/>
                  <a:pt x="510" y="128"/>
                  <a:pt x="493" y="138"/>
                </a:cubicBezTo>
                <a:cubicBezTo>
                  <a:pt x="485" y="129"/>
                  <a:pt x="476" y="120"/>
                  <a:pt x="467" y="113"/>
                </a:cubicBezTo>
                <a:cubicBezTo>
                  <a:pt x="458" y="105"/>
                  <a:pt x="448" y="98"/>
                  <a:pt x="437" y="92"/>
                </a:cubicBezTo>
                <a:cubicBezTo>
                  <a:pt x="443" y="73"/>
                  <a:pt x="448" y="54"/>
                  <a:pt x="452" y="35"/>
                </a:cubicBezTo>
                <a:cubicBezTo>
                  <a:pt x="440" y="29"/>
                  <a:pt x="429" y="24"/>
                  <a:pt x="417" y="19"/>
                </a:cubicBezTo>
                <a:cubicBezTo>
                  <a:pt x="405" y="35"/>
                  <a:pt x="394" y="51"/>
                  <a:pt x="384" y="67"/>
                </a:cubicBezTo>
                <a:cubicBezTo>
                  <a:pt x="372" y="64"/>
                  <a:pt x="360" y="61"/>
                  <a:pt x="349" y="59"/>
                </a:cubicBezTo>
                <a:cubicBezTo>
                  <a:pt x="337" y="57"/>
                  <a:pt x="325" y="56"/>
                  <a:pt x="312" y="56"/>
                </a:cubicBezTo>
                <a:cubicBezTo>
                  <a:pt x="308" y="37"/>
                  <a:pt x="303" y="18"/>
                  <a:pt x="297" y="0"/>
                </a:cubicBezTo>
                <a:cubicBezTo>
                  <a:pt x="284" y="0"/>
                  <a:pt x="271" y="1"/>
                  <a:pt x="258" y="3"/>
                </a:cubicBezTo>
                <a:cubicBezTo>
                  <a:pt x="256" y="23"/>
                  <a:pt x="254" y="42"/>
                  <a:pt x="254" y="61"/>
                </a:cubicBezTo>
                <a:cubicBezTo>
                  <a:pt x="242" y="64"/>
                  <a:pt x="230" y="68"/>
                  <a:pt x="219" y="72"/>
                </a:cubicBezTo>
                <a:cubicBezTo>
                  <a:pt x="208" y="76"/>
                  <a:pt x="197" y="81"/>
                  <a:pt x="186" y="87"/>
                </a:cubicBezTo>
                <a:cubicBezTo>
                  <a:pt x="173" y="73"/>
                  <a:pt x="159" y="59"/>
                  <a:pt x="144" y="46"/>
                </a:cubicBezTo>
                <a:cubicBezTo>
                  <a:pt x="133" y="53"/>
                  <a:pt x="123" y="60"/>
                  <a:pt x="113" y="69"/>
                </a:cubicBezTo>
                <a:cubicBezTo>
                  <a:pt x="121" y="87"/>
                  <a:pt x="129" y="104"/>
                  <a:pt x="138" y="121"/>
                </a:cubicBezTo>
                <a:cubicBezTo>
                  <a:pt x="129" y="129"/>
                  <a:pt x="121" y="138"/>
                  <a:pt x="113" y="148"/>
                </a:cubicBezTo>
                <a:cubicBezTo>
                  <a:pt x="106" y="157"/>
                  <a:pt x="99" y="167"/>
                  <a:pt x="92" y="177"/>
                </a:cubicBezTo>
                <a:cubicBezTo>
                  <a:pt x="74" y="171"/>
                  <a:pt x="55" y="167"/>
                  <a:pt x="36" y="163"/>
                </a:cubicBezTo>
                <a:cubicBezTo>
                  <a:pt x="30" y="174"/>
                  <a:pt x="25" y="186"/>
                  <a:pt x="20" y="198"/>
                </a:cubicBezTo>
                <a:cubicBezTo>
                  <a:pt x="36" y="210"/>
                  <a:pt x="51" y="221"/>
                  <a:pt x="68" y="231"/>
                </a:cubicBezTo>
                <a:cubicBezTo>
                  <a:pt x="64" y="242"/>
                  <a:pt x="61" y="254"/>
                  <a:pt x="60" y="266"/>
                </a:cubicBezTo>
                <a:cubicBezTo>
                  <a:pt x="57" y="278"/>
                  <a:pt x="56" y="290"/>
                  <a:pt x="56" y="302"/>
                </a:cubicBezTo>
                <a:cubicBezTo>
                  <a:pt x="37" y="306"/>
                  <a:pt x="19" y="312"/>
                  <a:pt x="0" y="318"/>
                </a:cubicBezTo>
                <a:cubicBezTo>
                  <a:pt x="0" y="331"/>
                  <a:pt x="2" y="344"/>
                  <a:pt x="4" y="356"/>
                </a:cubicBezTo>
                <a:cubicBezTo>
                  <a:pt x="23" y="359"/>
                  <a:pt x="43" y="360"/>
                  <a:pt x="62" y="361"/>
                </a:cubicBezTo>
                <a:cubicBezTo>
                  <a:pt x="65" y="373"/>
                  <a:pt x="68" y="384"/>
                  <a:pt x="72" y="396"/>
                </a:cubicBezTo>
                <a:cubicBezTo>
                  <a:pt x="77" y="407"/>
                  <a:pt x="82" y="418"/>
                  <a:pt x="88" y="429"/>
                </a:cubicBezTo>
                <a:cubicBezTo>
                  <a:pt x="73" y="442"/>
                  <a:pt x="60" y="456"/>
                  <a:pt x="47" y="470"/>
                </a:cubicBezTo>
                <a:cubicBezTo>
                  <a:pt x="54" y="481"/>
                  <a:pt x="61" y="492"/>
                  <a:pt x="69" y="502"/>
                </a:cubicBezTo>
                <a:cubicBezTo>
                  <a:pt x="87" y="494"/>
                  <a:pt x="105" y="486"/>
                  <a:pt x="122" y="476"/>
                </a:cubicBezTo>
                <a:cubicBezTo>
                  <a:pt x="130" y="485"/>
                  <a:pt x="139" y="494"/>
                  <a:pt x="148" y="501"/>
                </a:cubicBezTo>
                <a:cubicBezTo>
                  <a:pt x="157" y="509"/>
                  <a:pt x="167" y="516"/>
                  <a:pt x="178" y="522"/>
                </a:cubicBezTo>
                <a:cubicBezTo>
                  <a:pt x="172" y="541"/>
                  <a:pt x="167" y="560"/>
                  <a:pt x="163" y="579"/>
                </a:cubicBezTo>
                <a:cubicBezTo>
                  <a:pt x="175" y="585"/>
                  <a:pt x="186" y="590"/>
                  <a:pt x="198" y="595"/>
                </a:cubicBezTo>
                <a:cubicBezTo>
                  <a:pt x="210" y="579"/>
                  <a:pt x="221" y="563"/>
                  <a:pt x="231" y="547"/>
                </a:cubicBezTo>
                <a:cubicBezTo>
                  <a:pt x="243" y="550"/>
                  <a:pt x="255" y="553"/>
                  <a:pt x="267" y="555"/>
                </a:cubicBezTo>
                <a:cubicBezTo>
                  <a:pt x="279" y="557"/>
                  <a:pt x="291" y="558"/>
                  <a:pt x="303" y="558"/>
                </a:cubicBezTo>
                <a:cubicBezTo>
                  <a:pt x="307" y="577"/>
                  <a:pt x="312" y="596"/>
                  <a:pt x="319" y="615"/>
                </a:cubicBezTo>
                <a:cubicBezTo>
                  <a:pt x="332" y="614"/>
                  <a:pt x="344" y="613"/>
                  <a:pt x="357" y="611"/>
                </a:cubicBezTo>
                <a:cubicBezTo>
                  <a:pt x="359" y="591"/>
                  <a:pt x="361" y="572"/>
                  <a:pt x="361" y="553"/>
                </a:cubicBezTo>
                <a:cubicBezTo>
                  <a:pt x="373" y="550"/>
                  <a:pt x="385" y="546"/>
                  <a:pt x="396" y="542"/>
                </a:cubicBezTo>
                <a:cubicBezTo>
                  <a:pt x="407" y="538"/>
                  <a:pt x="419" y="533"/>
                  <a:pt x="429" y="527"/>
                </a:cubicBezTo>
                <a:cubicBezTo>
                  <a:pt x="442" y="541"/>
                  <a:pt x="456" y="555"/>
                  <a:pt x="471" y="568"/>
                </a:cubicBezTo>
                <a:cubicBezTo>
                  <a:pt x="482" y="561"/>
                  <a:pt x="492" y="554"/>
                  <a:pt x="502" y="545"/>
                </a:cubicBezTo>
                <a:cubicBezTo>
                  <a:pt x="495" y="527"/>
                  <a:pt x="486" y="510"/>
                  <a:pt x="477" y="493"/>
                </a:cubicBezTo>
                <a:cubicBezTo>
                  <a:pt x="486" y="485"/>
                  <a:pt x="494" y="476"/>
                  <a:pt x="502" y="467"/>
                </a:cubicBezTo>
                <a:cubicBezTo>
                  <a:pt x="510" y="457"/>
                  <a:pt x="517" y="447"/>
                  <a:pt x="523" y="437"/>
                </a:cubicBezTo>
                <a:cubicBezTo>
                  <a:pt x="541" y="443"/>
                  <a:pt x="560" y="447"/>
                  <a:pt x="579" y="451"/>
                </a:cubicBezTo>
                <a:cubicBezTo>
                  <a:pt x="585" y="440"/>
                  <a:pt x="591" y="428"/>
                  <a:pt x="595" y="416"/>
                </a:cubicBezTo>
                <a:cubicBezTo>
                  <a:pt x="580" y="404"/>
                  <a:pt x="564" y="393"/>
                  <a:pt x="547" y="383"/>
                </a:cubicBezTo>
                <a:cubicBezTo>
                  <a:pt x="551" y="372"/>
                  <a:pt x="554" y="360"/>
                  <a:pt x="556" y="348"/>
                </a:cubicBezTo>
                <a:close/>
                <a:moveTo>
                  <a:pt x="281" y="379"/>
                </a:moveTo>
                <a:cubicBezTo>
                  <a:pt x="269" y="391"/>
                  <a:pt x="254" y="398"/>
                  <a:pt x="234" y="398"/>
                </a:cubicBezTo>
                <a:cubicBezTo>
                  <a:pt x="214" y="398"/>
                  <a:pt x="198" y="391"/>
                  <a:pt x="186" y="377"/>
                </a:cubicBezTo>
                <a:cubicBezTo>
                  <a:pt x="174" y="364"/>
                  <a:pt x="168" y="341"/>
                  <a:pt x="168" y="307"/>
                </a:cubicBezTo>
                <a:cubicBezTo>
                  <a:pt x="168" y="274"/>
                  <a:pt x="175" y="250"/>
                  <a:pt x="188" y="235"/>
                </a:cubicBezTo>
                <a:cubicBezTo>
                  <a:pt x="199" y="223"/>
                  <a:pt x="214" y="217"/>
                  <a:pt x="234" y="217"/>
                </a:cubicBezTo>
                <a:cubicBezTo>
                  <a:pt x="254" y="217"/>
                  <a:pt x="269" y="223"/>
                  <a:pt x="281" y="236"/>
                </a:cubicBezTo>
                <a:cubicBezTo>
                  <a:pt x="294" y="250"/>
                  <a:pt x="300" y="274"/>
                  <a:pt x="300" y="307"/>
                </a:cubicBezTo>
                <a:cubicBezTo>
                  <a:pt x="300" y="340"/>
                  <a:pt x="294" y="364"/>
                  <a:pt x="281" y="379"/>
                </a:cubicBezTo>
                <a:close/>
                <a:moveTo>
                  <a:pt x="447" y="355"/>
                </a:moveTo>
                <a:cubicBezTo>
                  <a:pt x="447" y="395"/>
                  <a:pt x="447" y="395"/>
                  <a:pt x="447" y="395"/>
                </a:cubicBezTo>
                <a:cubicBezTo>
                  <a:pt x="310" y="395"/>
                  <a:pt x="310" y="395"/>
                  <a:pt x="310" y="395"/>
                </a:cubicBezTo>
                <a:cubicBezTo>
                  <a:pt x="311" y="389"/>
                  <a:pt x="311" y="389"/>
                  <a:pt x="311" y="389"/>
                </a:cubicBezTo>
                <a:cubicBezTo>
                  <a:pt x="312" y="377"/>
                  <a:pt x="317" y="366"/>
                  <a:pt x="324" y="355"/>
                </a:cubicBezTo>
                <a:cubicBezTo>
                  <a:pt x="331" y="345"/>
                  <a:pt x="345" y="331"/>
                  <a:pt x="366" y="314"/>
                </a:cubicBezTo>
                <a:cubicBezTo>
                  <a:pt x="386" y="297"/>
                  <a:pt x="393" y="290"/>
                  <a:pt x="395" y="287"/>
                </a:cubicBezTo>
                <a:cubicBezTo>
                  <a:pt x="399" y="281"/>
                  <a:pt x="401" y="276"/>
                  <a:pt x="401" y="270"/>
                </a:cubicBezTo>
                <a:cubicBezTo>
                  <a:pt x="401" y="264"/>
                  <a:pt x="400" y="260"/>
                  <a:pt x="397" y="257"/>
                </a:cubicBezTo>
                <a:cubicBezTo>
                  <a:pt x="393" y="254"/>
                  <a:pt x="388" y="253"/>
                  <a:pt x="382" y="253"/>
                </a:cubicBezTo>
                <a:cubicBezTo>
                  <a:pt x="375" y="253"/>
                  <a:pt x="370" y="254"/>
                  <a:pt x="367" y="258"/>
                </a:cubicBezTo>
                <a:cubicBezTo>
                  <a:pt x="363" y="261"/>
                  <a:pt x="361" y="266"/>
                  <a:pt x="360" y="275"/>
                </a:cubicBezTo>
                <a:cubicBezTo>
                  <a:pt x="360" y="279"/>
                  <a:pt x="360" y="279"/>
                  <a:pt x="360" y="279"/>
                </a:cubicBezTo>
                <a:cubicBezTo>
                  <a:pt x="355" y="279"/>
                  <a:pt x="355" y="279"/>
                  <a:pt x="355" y="279"/>
                </a:cubicBezTo>
                <a:cubicBezTo>
                  <a:pt x="319" y="276"/>
                  <a:pt x="319" y="276"/>
                  <a:pt x="319" y="276"/>
                </a:cubicBezTo>
                <a:cubicBezTo>
                  <a:pt x="314" y="275"/>
                  <a:pt x="314" y="275"/>
                  <a:pt x="314" y="275"/>
                </a:cubicBezTo>
                <a:cubicBezTo>
                  <a:pt x="315" y="270"/>
                  <a:pt x="315" y="270"/>
                  <a:pt x="315" y="270"/>
                </a:cubicBezTo>
                <a:cubicBezTo>
                  <a:pt x="317" y="251"/>
                  <a:pt x="325" y="237"/>
                  <a:pt x="337" y="229"/>
                </a:cubicBezTo>
                <a:cubicBezTo>
                  <a:pt x="349" y="221"/>
                  <a:pt x="365" y="217"/>
                  <a:pt x="382" y="217"/>
                </a:cubicBezTo>
                <a:cubicBezTo>
                  <a:pt x="402" y="217"/>
                  <a:pt x="418" y="221"/>
                  <a:pt x="430" y="231"/>
                </a:cubicBezTo>
                <a:cubicBezTo>
                  <a:pt x="441" y="241"/>
                  <a:pt x="447" y="253"/>
                  <a:pt x="447" y="268"/>
                </a:cubicBezTo>
                <a:cubicBezTo>
                  <a:pt x="447" y="276"/>
                  <a:pt x="446" y="284"/>
                  <a:pt x="442" y="292"/>
                </a:cubicBezTo>
                <a:cubicBezTo>
                  <a:pt x="439" y="299"/>
                  <a:pt x="434" y="306"/>
                  <a:pt x="427" y="314"/>
                </a:cubicBezTo>
                <a:cubicBezTo>
                  <a:pt x="422" y="319"/>
                  <a:pt x="414" y="327"/>
                  <a:pt x="403" y="336"/>
                </a:cubicBezTo>
                <a:cubicBezTo>
                  <a:pt x="391" y="345"/>
                  <a:pt x="384" y="352"/>
                  <a:pt x="381" y="354"/>
                </a:cubicBezTo>
                <a:cubicBezTo>
                  <a:pt x="381" y="355"/>
                  <a:pt x="381" y="355"/>
                  <a:pt x="380" y="355"/>
                </a:cubicBezTo>
                <a:lnTo>
                  <a:pt x="447" y="355"/>
                </a:lnTo>
                <a:close/>
              </a:path>
            </a:pathLst>
          </a:custGeom>
          <a:solidFill>
            <a:schemeClr val="accent1"/>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黑体 CN Medium" panose="020B0600000000000000" pitchFamily="34" charset="-122"/>
              <a:ea typeface="思源黑体 CN Medium" panose="020B0600000000000000" pitchFamily="34" charset="-122"/>
            </a:endParaRPr>
          </a:p>
        </p:txBody>
      </p:sp>
      <p:sp>
        <p:nvSpPr>
          <p:cNvPr id="77" name="Freeform 8">
            <a:extLst>
              <a:ext uri="{FF2B5EF4-FFF2-40B4-BE49-F238E27FC236}">
                <a16:creationId xmlns:a16="http://schemas.microsoft.com/office/drawing/2014/main" id="{A8DD6822-52FE-43D0-9332-A3C7C1214804}"/>
              </a:ext>
            </a:extLst>
          </p:cNvPr>
          <p:cNvSpPr>
            <a:spLocks noEditPoints="1"/>
          </p:cNvSpPr>
          <p:nvPr/>
        </p:nvSpPr>
        <p:spPr bwMode="auto">
          <a:xfrm>
            <a:off x="5088411" y="3952646"/>
            <a:ext cx="1123312" cy="1125345"/>
          </a:xfrm>
          <a:custGeom>
            <a:avLst/>
            <a:gdLst>
              <a:gd name="T0" fmla="*/ 556 w 611"/>
              <a:gd name="T1" fmla="*/ 284 h 612"/>
              <a:gd name="T2" fmla="*/ 601 w 611"/>
              <a:gd name="T3" fmla="*/ 219 h 612"/>
              <a:gd name="T4" fmla="*/ 530 w 611"/>
              <a:gd name="T5" fmla="*/ 193 h 612"/>
              <a:gd name="T6" fmla="*/ 489 w 611"/>
              <a:gd name="T7" fmla="*/ 134 h 612"/>
              <a:gd name="T8" fmla="*/ 488 w 611"/>
              <a:gd name="T9" fmla="*/ 59 h 612"/>
              <a:gd name="T10" fmla="*/ 412 w 611"/>
              <a:gd name="T11" fmla="*/ 78 h 612"/>
              <a:gd name="T12" fmla="*/ 378 w 611"/>
              <a:gd name="T13" fmla="*/ 7 h 612"/>
              <a:gd name="T14" fmla="*/ 320 w 611"/>
              <a:gd name="T15" fmla="*/ 55 h 612"/>
              <a:gd name="T16" fmla="*/ 248 w 611"/>
              <a:gd name="T17" fmla="*/ 61 h 612"/>
              <a:gd name="T18" fmla="*/ 183 w 611"/>
              <a:gd name="T19" fmla="*/ 24 h 612"/>
              <a:gd name="T20" fmla="*/ 161 w 611"/>
              <a:gd name="T21" fmla="*/ 100 h 612"/>
              <a:gd name="T22" fmla="*/ 83 w 611"/>
              <a:gd name="T23" fmla="*/ 94 h 612"/>
              <a:gd name="T24" fmla="*/ 95 w 611"/>
              <a:gd name="T25" fmla="*/ 168 h 612"/>
              <a:gd name="T26" fmla="*/ 65 w 611"/>
              <a:gd name="T27" fmla="*/ 234 h 612"/>
              <a:gd name="T28" fmla="*/ 0 w 611"/>
              <a:gd name="T29" fmla="*/ 272 h 612"/>
              <a:gd name="T30" fmla="*/ 55 w 611"/>
              <a:gd name="T31" fmla="*/ 328 h 612"/>
              <a:gd name="T32" fmla="*/ 10 w 611"/>
              <a:gd name="T33" fmla="*/ 393 h 612"/>
              <a:gd name="T34" fmla="*/ 81 w 611"/>
              <a:gd name="T35" fmla="*/ 419 h 612"/>
              <a:gd name="T36" fmla="*/ 123 w 611"/>
              <a:gd name="T37" fmla="*/ 478 h 612"/>
              <a:gd name="T38" fmla="*/ 123 w 611"/>
              <a:gd name="T39" fmla="*/ 554 h 612"/>
              <a:gd name="T40" fmla="*/ 199 w 611"/>
              <a:gd name="T41" fmla="*/ 534 h 612"/>
              <a:gd name="T42" fmla="*/ 233 w 611"/>
              <a:gd name="T43" fmla="*/ 605 h 612"/>
              <a:gd name="T44" fmla="*/ 291 w 611"/>
              <a:gd name="T45" fmla="*/ 557 h 612"/>
              <a:gd name="T46" fmla="*/ 363 w 611"/>
              <a:gd name="T47" fmla="*/ 551 h 612"/>
              <a:gd name="T48" fmla="*/ 429 w 611"/>
              <a:gd name="T49" fmla="*/ 588 h 612"/>
              <a:gd name="T50" fmla="*/ 450 w 611"/>
              <a:gd name="T51" fmla="*/ 512 h 612"/>
              <a:gd name="T52" fmla="*/ 528 w 611"/>
              <a:gd name="T53" fmla="*/ 518 h 612"/>
              <a:gd name="T54" fmla="*/ 516 w 611"/>
              <a:gd name="T55" fmla="*/ 444 h 612"/>
              <a:gd name="T56" fmla="*/ 546 w 611"/>
              <a:gd name="T57" fmla="*/ 378 h 612"/>
              <a:gd name="T58" fmla="*/ 611 w 611"/>
              <a:gd name="T59" fmla="*/ 340 h 612"/>
              <a:gd name="T60" fmla="*/ 278 w 611"/>
              <a:gd name="T61" fmla="*/ 378 h 612"/>
              <a:gd name="T62" fmla="*/ 183 w 611"/>
              <a:gd name="T63" fmla="*/ 376 h 612"/>
              <a:gd name="T64" fmla="*/ 185 w 611"/>
              <a:gd name="T65" fmla="*/ 234 h 612"/>
              <a:gd name="T66" fmla="*/ 278 w 611"/>
              <a:gd name="T67" fmla="*/ 235 h 612"/>
              <a:gd name="T68" fmla="*/ 278 w 611"/>
              <a:gd name="T69" fmla="*/ 378 h 612"/>
              <a:gd name="T70" fmla="*/ 378 w 611"/>
              <a:gd name="T71" fmla="*/ 397 h 612"/>
              <a:gd name="T72" fmla="*/ 311 w 611"/>
              <a:gd name="T73" fmla="*/ 345 h 612"/>
              <a:gd name="T74" fmla="*/ 315 w 611"/>
              <a:gd name="T75" fmla="*/ 340 h 612"/>
              <a:gd name="T76" fmla="*/ 355 w 611"/>
              <a:gd name="T77" fmla="*/ 335 h 612"/>
              <a:gd name="T78" fmla="*/ 363 w 611"/>
              <a:gd name="T79" fmla="*/ 355 h 612"/>
              <a:gd name="T80" fmla="*/ 393 w 611"/>
              <a:gd name="T81" fmla="*/ 354 h 612"/>
              <a:gd name="T82" fmla="*/ 394 w 611"/>
              <a:gd name="T83" fmla="*/ 321 h 612"/>
              <a:gd name="T84" fmla="*/ 363 w 611"/>
              <a:gd name="T85" fmla="*/ 318 h 612"/>
              <a:gd name="T86" fmla="*/ 358 w 611"/>
              <a:gd name="T87" fmla="*/ 313 h 612"/>
              <a:gd name="T88" fmla="*/ 362 w 611"/>
              <a:gd name="T89" fmla="*/ 282 h 612"/>
              <a:gd name="T90" fmla="*/ 368 w 611"/>
              <a:gd name="T91" fmla="*/ 282 h 612"/>
              <a:gd name="T92" fmla="*/ 392 w 611"/>
              <a:gd name="T93" fmla="*/ 265 h 612"/>
              <a:gd name="T94" fmla="*/ 376 w 611"/>
              <a:gd name="T95" fmla="*/ 251 h 612"/>
              <a:gd name="T96" fmla="*/ 356 w 611"/>
              <a:gd name="T97" fmla="*/ 270 h 612"/>
              <a:gd name="T98" fmla="*/ 351 w 611"/>
              <a:gd name="T99" fmla="*/ 274 h 612"/>
              <a:gd name="T100" fmla="*/ 313 w 611"/>
              <a:gd name="T101" fmla="*/ 268 h 612"/>
              <a:gd name="T102" fmla="*/ 325 w 611"/>
              <a:gd name="T103" fmla="*/ 237 h 612"/>
              <a:gd name="T104" fmla="*/ 377 w 611"/>
              <a:gd name="T105" fmla="*/ 216 h 612"/>
              <a:gd name="T106" fmla="*/ 438 w 611"/>
              <a:gd name="T107" fmla="*/ 263 h 612"/>
              <a:gd name="T108" fmla="*/ 435 w 611"/>
              <a:gd name="T109" fmla="*/ 309 h 612"/>
              <a:gd name="T110" fmla="*/ 426 w 611"/>
              <a:gd name="T111" fmla="*/ 380 h 612"/>
              <a:gd name="T112" fmla="*/ 231 w 611"/>
              <a:gd name="T113" fmla="*/ 252 h 612"/>
              <a:gd name="T114" fmla="*/ 216 w 611"/>
              <a:gd name="T115" fmla="*/ 265 h 612"/>
              <a:gd name="T116" fmla="*/ 215 w 611"/>
              <a:gd name="T117" fmla="*/ 345 h 612"/>
              <a:gd name="T118" fmla="*/ 231 w 611"/>
              <a:gd name="T119" fmla="*/ 360 h 612"/>
              <a:gd name="T120" fmla="*/ 246 w 611"/>
              <a:gd name="T121" fmla="*/ 347 h 612"/>
              <a:gd name="T122" fmla="*/ 247 w 611"/>
              <a:gd name="T123" fmla="*/ 267 h 6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11" h="612">
                <a:moveTo>
                  <a:pt x="557" y="320"/>
                </a:moveTo>
                <a:cubicBezTo>
                  <a:pt x="557" y="308"/>
                  <a:pt x="557" y="296"/>
                  <a:pt x="556" y="284"/>
                </a:cubicBezTo>
                <a:cubicBezTo>
                  <a:pt x="555" y="272"/>
                  <a:pt x="553" y="260"/>
                  <a:pt x="550" y="248"/>
                </a:cubicBezTo>
                <a:cubicBezTo>
                  <a:pt x="568" y="240"/>
                  <a:pt x="584" y="230"/>
                  <a:pt x="601" y="219"/>
                </a:cubicBezTo>
                <a:cubicBezTo>
                  <a:pt x="597" y="207"/>
                  <a:pt x="593" y="195"/>
                  <a:pt x="588" y="183"/>
                </a:cubicBezTo>
                <a:cubicBezTo>
                  <a:pt x="568" y="185"/>
                  <a:pt x="549" y="189"/>
                  <a:pt x="530" y="193"/>
                </a:cubicBezTo>
                <a:cubicBezTo>
                  <a:pt x="525" y="182"/>
                  <a:pt x="519" y="172"/>
                  <a:pt x="512" y="162"/>
                </a:cubicBezTo>
                <a:cubicBezTo>
                  <a:pt x="505" y="152"/>
                  <a:pt x="497" y="142"/>
                  <a:pt x="489" y="134"/>
                </a:cubicBezTo>
                <a:cubicBezTo>
                  <a:pt x="499" y="117"/>
                  <a:pt x="509" y="101"/>
                  <a:pt x="518" y="83"/>
                </a:cubicBezTo>
                <a:cubicBezTo>
                  <a:pt x="508" y="74"/>
                  <a:pt x="499" y="66"/>
                  <a:pt x="488" y="59"/>
                </a:cubicBezTo>
                <a:cubicBezTo>
                  <a:pt x="473" y="70"/>
                  <a:pt x="458" y="83"/>
                  <a:pt x="443" y="96"/>
                </a:cubicBezTo>
                <a:cubicBezTo>
                  <a:pt x="433" y="89"/>
                  <a:pt x="423" y="83"/>
                  <a:pt x="412" y="78"/>
                </a:cubicBezTo>
                <a:cubicBezTo>
                  <a:pt x="401" y="73"/>
                  <a:pt x="390" y="69"/>
                  <a:pt x="378" y="65"/>
                </a:cubicBezTo>
                <a:cubicBezTo>
                  <a:pt x="379" y="46"/>
                  <a:pt x="379" y="26"/>
                  <a:pt x="378" y="7"/>
                </a:cubicBezTo>
                <a:cubicBezTo>
                  <a:pt x="365" y="4"/>
                  <a:pt x="353" y="2"/>
                  <a:pt x="340" y="0"/>
                </a:cubicBezTo>
                <a:cubicBezTo>
                  <a:pt x="332" y="18"/>
                  <a:pt x="326" y="36"/>
                  <a:pt x="320" y="55"/>
                </a:cubicBezTo>
                <a:cubicBezTo>
                  <a:pt x="308" y="54"/>
                  <a:pt x="296" y="55"/>
                  <a:pt x="284" y="56"/>
                </a:cubicBezTo>
                <a:cubicBezTo>
                  <a:pt x="272" y="57"/>
                  <a:pt x="260" y="58"/>
                  <a:pt x="248" y="61"/>
                </a:cubicBezTo>
                <a:cubicBezTo>
                  <a:pt x="239" y="44"/>
                  <a:pt x="229" y="27"/>
                  <a:pt x="219" y="11"/>
                </a:cubicBezTo>
                <a:cubicBezTo>
                  <a:pt x="206" y="15"/>
                  <a:pt x="194" y="19"/>
                  <a:pt x="183" y="24"/>
                </a:cubicBezTo>
                <a:cubicBezTo>
                  <a:pt x="185" y="43"/>
                  <a:pt x="188" y="63"/>
                  <a:pt x="192" y="81"/>
                </a:cubicBezTo>
                <a:cubicBezTo>
                  <a:pt x="182" y="87"/>
                  <a:pt x="171" y="93"/>
                  <a:pt x="161" y="100"/>
                </a:cubicBezTo>
                <a:cubicBezTo>
                  <a:pt x="151" y="107"/>
                  <a:pt x="142" y="115"/>
                  <a:pt x="133" y="123"/>
                </a:cubicBezTo>
                <a:cubicBezTo>
                  <a:pt x="117" y="112"/>
                  <a:pt x="100" y="103"/>
                  <a:pt x="83" y="94"/>
                </a:cubicBezTo>
                <a:cubicBezTo>
                  <a:pt x="74" y="103"/>
                  <a:pt x="66" y="113"/>
                  <a:pt x="58" y="123"/>
                </a:cubicBezTo>
                <a:cubicBezTo>
                  <a:pt x="70" y="139"/>
                  <a:pt x="82" y="154"/>
                  <a:pt x="95" y="168"/>
                </a:cubicBezTo>
                <a:cubicBezTo>
                  <a:pt x="89" y="178"/>
                  <a:pt x="83" y="189"/>
                  <a:pt x="78" y="200"/>
                </a:cubicBezTo>
                <a:cubicBezTo>
                  <a:pt x="72" y="211"/>
                  <a:pt x="68" y="222"/>
                  <a:pt x="65" y="234"/>
                </a:cubicBezTo>
                <a:cubicBezTo>
                  <a:pt x="45" y="233"/>
                  <a:pt x="26" y="233"/>
                  <a:pt x="6" y="234"/>
                </a:cubicBezTo>
                <a:cubicBezTo>
                  <a:pt x="3" y="246"/>
                  <a:pt x="1" y="259"/>
                  <a:pt x="0" y="272"/>
                </a:cubicBezTo>
                <a:cubicBezTo>
                  <a:pt x="18" y="279"/>
                  <a:pt x="36" y="286"/>
                  <a:pt x="55" y="292"/>
                </a:cubicBezTo>
                <a:cubicBezTo>
                  <a:pt x="54" y="304"/>
                  <a:pt x="54" y="316"/>
                  <a:pt x="55" y="328"/>
                </a:cubicBezTo>
                <a:cubicBezTo>
                  <a:pt x="56" y="340"/>
                  <a:pt x="58" y="352"/>
                  <a:pt x="61" y="364"/>
                </a:cubicBezTo>
                <a:cubicBezTo>
                  <a:pt x="44" y="373"/>
                  <a:pt x="27" y="382"/>
                  <a:pt x="10" y="393"/>
                </a:cubicBezTo>
                <a:cubicBezTo>
                  <a:pt x="14" y="405"/>
                  <a:pt x="18" y="417"/>
                  <a:pt x="24" y="429"/>
                </a:cubicBezTo>
                <a:cubicBezTo>
                  <a:pt x="43" y="427"/>
                  <a:pt x="62" y="423"/>
                  <a:pt x="81" y="419"/>
                </a:cubicBezTo>
                <a:cubicBezTo>
                  <a:pt x="86" y="430"/>
                  <a:pt x="93" y="440"/>
                  <a:pt x="100" y="450"/>
                </a:cubicBezTo>
                <a:cubicBezTo>
                  <a:pt x="107" y="460"/>
                  <a:pt x="114" y="470"/>
                  <a:pt x="123" y="478"/>
                </a:cubicBezTo>
                <a:cubicBezTo>
                  <a:pt x="112" y="495"/>
                  <a:pt x="102" y="511"/>
                  <a:pt x="94" y="529"/>
                </a:cubicBezTo>
                <a:cubicBezTo>
                  <a:pt x="103" y="538"/>
                  <a:pt x="113" y="546"/>
                  <a:pt x="123" y="554"/>
                </a:cubicBezTo>
                <a:cubicBezTo>
                  <a:pt x="139" y="542"/>
                  <a:pt x="153" y="529"/>
                  <a:pt x="168" y="516"/>
                </a:cubicBezTo>
                <a:cubicBezTo>
                  <a:pt x="178" y="523"/>
                  <a:pt x="188" y="529"/>
                  <a:pt x="199" y="534"/>
                </a:cubicBezTo>
                <a:cubicBezTo>
                  <a:pt x="210" y="539"/>
                  <a:pt x="222" y="543"/>
                  <a:pt x="233" y="547"/>
                </a:cubicBezTo>
                <a:cubicBezTo>
                  <a:pt x="232" y="566"/>
                  <a:pt x="232" y="586"/>
                  <a:pt x="233" y="605"/>
                </a:cubicBezTo>
                <a:cubicBezTo>
                  <a:pt x="246" y="608"/>
                  <a:pt x="258" y="610"/>
                  <a:pt x="271" y="612"/>
                </a:cubicBezTo>
                <a:cubicBezTo>
                  <a:pt x="279" y="594"/>
                  <a:pt x="286" y="576"/>
                  <a:pt x="291" y="557"/>
                </a:cubicBezTo>
                <a:cubicBezTo>
                  <a:pt x="303" y="558"/>
                  <a:pt x="315" y="557"/>
                  <a:pt x="327" y="557"/>
                </a:cubicBezTo>
                <a:cubicBezTo>
                  <a:pt x="339" y="555"/>
                  <a:pt x="351" y="554"/>
                  <a:pt x="363" y="551"/>
                </a:cubicBezTo>
                <a:cubicBezTo>
                  <a:pt x="372" y="568"/>
                  <a:pt x="382" y="585"/>
                  <a:pt x="393" y="601"/>
                </a:cubicBezTo>
                <a:cubicBezTo>
                  <a:pt x="405" y="598"/>
                  <a:pt x="417" y="593"/>
                  <a:pt x="429" y="588"/>
                </a:cubicBezTo>
                <a:cubicBezTo>
                  <a:pt x="426" y="569"/>
                  <a:pt x="423" y="549"/>
                  <a:pt x="419" y="531"/>
                </a:cubicBezTo>
                <a:cubicBezTo>
                  <a:pt x="429" y="525"/>
                  <a:pt x="440" y="519"/>
                  <a:pt x="450" y="512"/>
                </a:cubicBezTo>
                <a:cubicBezTo>
                  <a:pt x="460" y="505"/>
                  <a:pt x="469" y="497"/>
                  <a:pt x="478" y="489"/>
                </a:cubicBezTo>
                <a:cubicBezTo>
                  <a:pt x="494" y="500"/>
                  <a:pt x="511" y="509"/>
                  <a:pt x="528" y="518"/>
                </a:cubicBezTo>
                <a:cubicBezTo>
                  <a:pt x="537" y="509"/>
                  <a:pt x="546" y="499"/>
                  <a:pt x="553" y="489"/>
                </a:cubicBezTo>
                <a:cubicBezTo>
                  <a:pt x="541" y="473"/>
                  <a:pt x="529" y="458"/>
                  <a:pt x="516" y="444"/>
                </a:cubicBezTo>
                <a:cubicBezTo>
                  <a:pt x="522" y="434"/>
                  <a:pt x="528" y="423"/>
                  <a:pt x="533" y="412"/>
                </a:cubicBezTo>
                <a:cubicBezTo>
                  <a:pt x="539" y="401"/>
                  <a:pt x="543" y="390"/>
                  <a:pt x="546" y="378"/>
                </a:cubicBezTo>
                <a:cubicBezTo>
                  <a:pt x="566" y="379"/>
                  <a:pt x="585" y="379"/>
                  <a:pt x="605" y="378"/>
                </a:cubicBezTo>
                <a:cubicBezTo>
                  <a:pt x="608" y="366"/>
                  <a:pt x="610" y="353"/>
                  <a:pt x="611" y="340"/>
                </a:cubicBezTo>
                <a:cubicBezTo>
                  <a:pt x="593" y="333"/>
                  <a:pt x="575" y="326"/>
                  <a:pt x="557" y="320"/>
                </a:cubicBezTo>
                <a:close/>
                <a:moveTo>
                  <a:pt x="278" y="378"/>
                </a:moveTo>
                <a:cubicBezTo>
                  <a:pt x="266" y="390"/>
                  <a:pt x="251" y="397"/>
                  <a:pt x="231" y="397"/>
                </a:cubicBezTo>
                <a:cubicBezTo>
                  <a:pt x="211" y="397"/>
                  <a:pt x="195" y="390"/>
                  <a:pt x="183" y="376"/>
                </a:cubicBezTo>
                <a:cubicBezTo>
                  <a:pt x="171" y="363"/>
                  <a:pt x="165" y="340"/>
                  <a:pt x="165" y="306"/>
                </a:cubicBezTo>
                <a:cubicBezTo>
                  <a:pt x="165" y="273"/>
                  <a:pt x="172" y="249"/>
                  <a:pt x="185" y="234"/>
                </a:cubicBezTo>
                <a:cubicBezTo>
                  <a:pt x="196" y="222"/>
                  <a:pt x="211" y="216"/>
                  <a:pt x="231" y="216"/>
                </a:cubicBezTo>
                <a:cubicBezTo>
                  <a:pt x="251" y="216"/>
                  <a:pt x="266" y="222"/>
                  <a:pt x="278" y="235"/>
                </a:cubicBezTo>
                <a:cubicBezTo>
                  <a:pt x="291" y="249"/>
                  <a:pt x="297" y="273"/>
                  <a:pt x="297" y="306"/>
                </a:cubicBezTo>
                <a:cubicBezTo>
                  <a:pt x="297" y="339"/>
                  <a:pt x="291" y="363"/>
                  <a:pt x="278" y="378"/>
                </a:cubicBezTo>
                <a:close/>
                <a:moveTo>
                  <a:pt x="426" y="380"/>
                </a:moveTo>
                <a:cubicBezTo>
                  <a:pt x="413" y="391"/>
                  <a:pt x="397" y="397"/>
                  <a:pt x="378" y="397"/>
                </a:cubicBezTo>
                <a:cubicBezTo>
                  <a:pt x="360" y="397"/>
                  <a:pt x="344" y="392"/>
                  <a:pt x="332" y="382"/>
                </a:cubicBezTo>
                <a:cubicBezTo>
                  <a:pt x="320" y="373"/>
                  <a:pt x="313" y="360"/>
                  <a:pt x="311" y="345"/>
                </a:cubicBezTo>
                <a:cubicBezTo>
                  <a:pt x="310" y="340"/>
                  <a:pt x="310" y="340"/>
                  <a:pt x="310" y="340"/>
                </a:cubicBezTo>
                <a:cubicBezTo>
                  <a:pt x="315" y="340"/>
                  <a:pt x="315" y="340"/>
                  <a:pt x="315" y="340"/>
                </a:cubicBezTo>
                <a:cubicBezTo>
                  <a:pt x="350" y="336"/>
                  <a:pt x="350" y="336"/>
                  <a:pt x="350" y="336"/>
                </a:cubicBezTo>
                <a:cubicBezTo>
                  <a:pt x="355" y="335"/>
                  <a:pt x="355" y="335"/>
                  <a:pt x="355" y="335"/>
                </a:cubicBezTo>
                <a:cubicBezTo>
                  <a:pt x="355" y="340"/>
                  <a:pt x="355" y="340"/>
                  <a:pt x="355" y="340"/>
                </a:cubicBezTo>
                <a:cubicBezTo>
                  <a:pt x="356" y="347"/>
                  <a:pt x="359" y="352"/>
                  <a:pt x="363" y="355"/>
                </a:cubicBezTo>
                <a:cubicBezTo>
                  <a:pt x="367" y="359"/>
                  <a:pt x="372" y="360"/>
                  <a:pt x="378" y="360"/>
                </a:cubicBezTo>
                <a:cubicBezTo>
                  <a:pt x="384" y="360"/>
                  <a:pt x="389" y="358"/>
                  <a:pt x="393" y="354"/>
                </a:cubicBezTo>
                <a:cubicBezTo>
                  <a:pt x="398" y="350"/>
                  <a:pt x="400" y="344"/>
                  <a:pt x="400" y="337"/>
                </a:cubicBezTo>
                <a:cubicBezTo>
                  <a:pt x="400" y="330"/>
                  <a:pt x="398" y="325"/>
                  <a:pt x="394" y="321"/>
                </a:cubicBezTo>
                <a:cubicBezTo>
                  <a:pt x="390" y="317"/>
                  <a:pt x="385" y="315"/>
                  <a:pt x="379" y="315"/>
                </a:cubicBezTo>
                <a:cubicBezTo>
                  <a:pt x="375" y="315"/>
                  <a:pt x="369" y="316"/>
                  <a:pt x="363" y="318"/>
                </a:cubicBezTo>
                <a:cubicBezTo>
                  <a:pt x="357" y="319"/>
                  <a:pt x="357" y="319"/>
                  <a:pt x="357" y="319"/>
                </a:cubicBezTo>
                <a:cubicBezTo>
                  <a:pt x="358" y="313"/>
                  <a:pt x="358" y="313"/>
                  <a:pt x="358" y="313"/>
                </a:cubicBezTo>
                <a:cubicBezTo>
                  <a:pt x="362" y="286"/>
                  <a:pt x="362" y="286"/>
                  <a:pt x="362" y="286"/>
                </a:cubicBezTo>
                <a:cubicBezTo>
                  <a:pt x="362" y="282"/>
                  <a:pt x="362" y="282"/>
                  <a:pt x="362" y="282"/>
                </a:cubicBezTo>
                <a:cubicBezTo>
                  <a:pt x="366" y="282"/>
                  <a:pt x="366" y="282"/>
                  <a:pt x="366" y="282"/>
                </a:cubicBezTo>
                <a:cubicBezTo>
                  <a:pt x="367" y="282"/>
                  <a:pt x="367" y="282"/>
                  <a:pt x="368" y="282"/>
                </a:cubicBezTo>
                <a:cubicBezTo>
                  <a:pt x="376" y="282"/>
                  <a:pt x="382" y="281"/>
                  <a:pt x="386" y="278"/>
                </a:cubicBezTo>
                <a:cubicBezTo>
                  <a:pt x="390" y="274"/>
                  <a:pt x="392" y="270"/>
                  <a:pt x="392" y="265"/>
                </a:cubicBezTo>
                <a:cubicBezTo>
                  <a:pt x="392" y="261"/>
                  <a:pt x="390" y="258"/>
                  <a:pt x="388" y="255"/>
                </a:cubicBezTo>
                <a:cubicBezTo>
                  <a:pt x="385" y="253"/>
                  <a:pt x="381" y="251"/>
                  <a:pt x="376" y="251"/>
                </a:cubicBezTo>
                <a:cubicBezTo>
                  <a:pt x="371" y="251"/>
                  <a:pt x="366" y="253"/>
                  <a:pt x="363" y="256"/>
                </a:cubicBezTo>
                <a:cubicBezTo>
                  <a:pt x="359" y="259"/>
                  <a:pt x="357" y="264"/>
                  <a:pt x="356" y="270"/>
                </a:cubicBezTo>
                <a:cubicBezTo>
                  <a:pt x="356" y="275"/>
                  <a:pt x="356" y="275"/>
                  <a:pt x="356" y="275"/>
                </a:cubicBezTo>
                <a:cubicBezTo>
                  <a:pt x="351" y="274"/>
                  <a:pt x="351" y="274"/>
                  <a:pt x="351" y="274"/>
                </a:cubicBezTo>
                <a:cubicBezTo>
                  <a:pt x="318" y="269"/>
                  <a:pt x="318" y="269"/>
                  <a:pt x="318" y="269"/>
                </a:cubicBezTo>
                <a:cubicBezTo>
                  <a:pt x="313" y="268"/>
                  <a:pt x="313" y="268"/>
                  <a:pt x="313" y="268"/>
                </a:cubicBezTo>
                <a:cubicBezTo>
                  <a:pt x="314" y="263"/>
                  <a:pt x="314" y="263"/>
                  <a:pt x="314" y="263"/>
                </a:cubicBezTo>
                <a:cubicBezTo>
                  <a:pt x="316" y="252"/>
                  <a:pt x="320" y="243"/>
                  <a:pt x="325" y="237"/>
                </a:cubicBezTo>
                <a:cubicBezTo>
                  <a:pt x="330" y="230"/>
                  <a:pt x="338" y="225"/>
                  <a:pt x="347" y="221"/>
                </a:cubicBezTo>
                <a:cubicBezTo>
                  <a:pt x="356" y="217"/>
                  <a:pt x="366" y="216"/>
                  <a:pt x="377" y="216"/>
                </a:cubicBezTo>
                <a:cubicBezTo>
                  <a:pt x="396" y="216"/>
                  <a:pt x="411" y="221"/>
                  <a:pt x="423" y="232"/>
                </a:cubicBezTo>
                <a:cubicBezTo>
                  <a:pt x="433" y="241"/>
                  <a:pt x="438" y="252"/>
                  <a:pt x="438" y="263"/>
                </a:cubicBezTo>
                <a:cubicBezTo>
                  <a:pt x="438" y="277"/>
                  <a:pt x="431" y="288"/>
                  <a:pt x="418" y="297"/>
                </a:cubicBezTo>
                <a:cubicBezTo>
                  <a:pt x="425" y="300"/>
                  <a:pt x="430" y="304"/>
                  <a:pt x="435" y="309"/>
                </a:cubicBezTo>
                <a:cubicBezTo>
                  <a:pt x="443" y="317"/>
                  <a:pt x="446" y="327"/>
                  <a:pt x="446" y="339"/>
                </a:cubicBezTo>
                <a:cubicBezTo>
                  <a:pt x="446" y="355"/>
                  <a:pt x="440" y="369"/>
                  <a:pt x="426" y="380"/>
                </a:cubicBezTo>
                <a:close/>
                <a:moveTo>
                  <a:pt x="240" y="254"/>
                </a:moveTo>
                <a:cubicBezTo>
                  <a:pt x="237" y="253"/>
                  <a:pt x="235" y="252"/>
                  <a:pt x="231" y="252"/>
                </a:cubicBezTo>
                <a:cubicBezTo>
                  <a:pt x="228" y="252"/>
                  <a:pt x="225" y="253"/>
                  <a:pt x="222" y="254"/>
                </a:cubicBezTo>
                <a:cubicBezTo>
                  <a:pt x="220" y="256"/>
                  <a:pt x="217" y="260"/>
                  <a:pt x="216" y="265"/>
                </a:cubicBezTo>
                <a:cubicBezTo>
                  <a:pt x="213" y="273"/>
                  <a:pt x="212" y="287"/>
                  <a:pt x="212" y="306"/>
                </a:cubicBezTo>
                <a:cubicBezTo>
                  <a:pt x="212" y="325"/>
                  <a:pt x="213" y="338"/>
                  <a:pt x="215" y="345"/>
                </a:cubicBezTo>
                <a:cubicBezTo>
                  <a:pt x="218" y="353"/>
                  <a:pt x="220" y="356"/>
                  <a:pt x="222" y="358"/>
                </a:cubicBezTo>
                <a:cubicBezTo>
                  <a:pt x="225" y="360"/>
                  <a:pt x="228" y="360"/>
                  <a:pt x="231" y="360"/>
                </a:cubicBezTo>
                <a:cubicBezTo>
                  <a:pt x="235" y="360"/>
                  <a:pt x="237" y="360"/>
                  <a:pt x="240" y="358"/>
                </a:cubicBezTo>
                <a:cubicBezTo>
                  <a:pt x="243" y="356"/>
                  <a:pt x="245" y="352"/>
                  <a:pt x="246" y="347"/>
                </a:cubicBezTo>
                <a:cubicBezTo>
                  <a:pt x="249" y="339"/>
                  <a:pt x="250" y="325"/>
                  <a:pt x="250" y="306"/>
                </a:cubicBezTo>
                <a:cubicBezTo>
                  <a:pt x="250" y="287"/>
                  <a:pt x="249" y="274"/>
                  <a:pt x="247" y="267"/>
                </a:cubicBezTo>
                <a:cubicBezTo>
                  <a:pt x="244" y="259"/>
                  <a:pt x="242" y="256"/>
                  <a:pt x="240" y="254"/>
                </a:cubicBezTo>
                <a:close/>
              </a:path>
            </a:pathLst>
          </a:custGeom>
          <a:solidFill>
            <a:schemeClr val="accent1"/>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黑体 CN Medium" panose="020B0600000000000000" pitchFamily="34" charset="-122"/>
              <a:ea typeface="思源黑体 CN Medium" panose="020B0600000000000000" pitchFamily="34" charset="-122"/>
            </a:endParaRPr>
          </a:p>
        </p:txBody>
      </p:sp>
      <p:sp>
        <p:nvSpPr>
          <p:cNvPr id="6" name="矩形 5">
            <a:extLst>
              <a:ext uri="{FF2B5EF4-FFF2-40B4-BE49-F238E27FC236}">
                <a16:creationId xmlns:a16="http://schemas.microsoft.com/office/drawing/2014/main" id="{728616AD-1F6E-4CC4-8751-D7D3ABB6F5BF}"/>
              </a:ext>
            </a:extLst>
          </p:cNvPr>
          <p:cNvSpPr/>
          <p:nvPr/>
        </p:nvSpPr>
        <p:spPr>
          <a:xfrm>
            <a:off x="1450737" y="2348338"/>
            <a:ext cx="3098190" cy="769441"/>
          </a:xfrm>
          <a:prstGeom prst="rect">
            <a:avLst/>
          </a:prstGeom>
        </p:spPr>
        <p:txBody>
          <a:bodyPr wrap="square">
            <a:spAutoFit/>
          </a:bodyPr>
          <a:lstStyle/>
          <a:p>
            <a:r>
              <a:rPr lang="zh-CN" altLang="en-US" sz="4400" b="1" kern="100" dirty="0">
                <a:solidFill>
                  <a:schemeClr val="accent2"/>
                </a:solidFill>
                <a:latin typeface="Times New Roman" panose="02020603050405020304" pitchFamily="18" charset="0"/>
                <a:ea typeface="宋体" panose="02010600030101010101" pitchFamily="2" charset="-122"/>
              </a:rPr>
              <a:t>热启动</a:t>
            </a:r>
            <a:endParaRPr lang="zh-CN" altLang="en-US" sz="4400" b="1" dirty="0">
              <a:solidFill>
                <a:schemeClr val="accent2"/>
              </a:solidFill>
            </a:endParaRPr>
          </a:p>
        </p:txBody>
      </p:sp>
      <p:sp>
        <p:nvSpPr>
          <p:cNvPr id="96" name="矩形 95">
            <a:extLst>
              <a:ext uri="{FF2B5EF4-FFF2-40B4-BE49-F238E27FC236}">
                <a16:creationId xmlns:a16="http://schemas.microsoft.com/office/drawing/2014/main" id="{1F67A182-6F13-4E0E-91B9-50C4D0EC1D37}"/>
              </a:ext>
            </a:extLst>
          </p:cNvPr>
          <p:cNvSpPr/>
          <p:nvPr/>
        </p:nvSpPr>
        <p:spPr>
          <a:xfrm>
            <a:off x="7735223" y="2349716"/>
            <a:ext cx="3873099" cy="769441"/>
          </a:xfrm>
          <a:prstGeom prst="rect">
            <a:avLst/>
          </a:prstGeom>
        </p:spPr>
        <p:txBody>
          <a:bodyPr wrap="square">
            <a:spAutoFit/>
          </a:bodyPr>
          <a:lstStyle/>
          <a:p>
            <a:r>
              <a:rPr lang="zh-CN" altLang="en-US" sz="4400" b="1" kern="100" dirty="0">
                <a:solidFill>
                  <a:schemeClr val="accent2"/>
                </a:solidFill>
                <a:latin typeface="Times New Roman" panose="02020603050405020304" pitchFamily="18" charset="0"/>
                <a:ea typeface="宋体" panose="02010600030101010101" pitchFamily="2" charset="-122"/>
              </a:rPr>
              <a:t>双向交互机制</a:t>
            </a:r>
            <a:endParaRPr lang="zh-CN" altLang="en-US" sz="4400" b="1" dirty="0">
              <a:solidFill>
                <a:schemeClr val="accent2"/>
              </a:solidFill>
            </a:endParaRPr>
          </a:p>
        </p:txBody>
      </p:sp>
      <p:sp>
        <p:nvSpPr>
          <p:cNvPr id="97" name="矩形 96">
            <a:extLst>
              <a:ext uri="{FF2B5EF4-FFF2-40B4-BE49-F238E27FC236}">
                <a16:creationId xmlns:a16="http://schemas.microsoft.com/office/drawing/2014/main" id="{B816CFF2-D8AB-4CF8-930D-155B908C54A8}"/>
              </a:ext>
            </a:extLst>
          </p:cNvPr>
          <p:cNvSpPr/>
          <p:nvPr/>
        </p:nvSpPr>
        <p:spPr>
          <a:xfrm>
            <a:off x="4501683" y="5471212"/>
            <a:ext cx="3873099" cy="769441"/>
          </a:xfrm>
          <a:prstGeom prst="rect">
            <a:avLst/>
          </a:prstGeom>
        </p:spPr>
        <p:txBody>
          <a:bodyPr wrap="square">
            <a:spAutoFit/>
          </a:bodyPr>
          <a:lstStyle/>
          <a:p>
            <a:r>
              <a:rPr lang="zh-CN" altLang="en-US" sz="4400" b="1" kern="100" dirty="0">
                <a:solidFill>
                  <a:schemeClr val="accent2"/>
                </a:solidFill>
                <a:latin typeface="Times New Roman" panose="02020603050405020304" pitchFamily="18" charset="0"/>
                <a:ea typeface="宋体" panose="02010600030101010101" pitchFamily="2" charset="-122"/>
              </a:rPr>
              <a:t>触发策略</a:t>
            </a:r>
            <a:endParaRPr lang="zh-CN" altLang="en-US" sz="4400" b="1" dirty="0">
              <a:solidFill>
                <a:schemeClr val="accent2"/>
              </a:solidFill>
            </a:endParaRPr>
          </a:p>
        </p:txBody>
      </p:sp>
    </p:spTree>
    <p:extLst>
      <p:ext uri="{BB962C8B-B14F-4D97-AF65-F5344CB8AC3E}">
        <p14:creationId xmlns:p14="http://schemas.microsoft.com/office/powerpoint/2010/main" val="18199727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C99ADF5C-8A6D-4280-8114-C44D5CCF8E00}"/>
              </a:ext>
            </a:extLst>
          </p:cNvPr>
          <p:cNvSpPr txBox="1"/>
          <p:nvPr/>
        </p:nvSpPr>
        <p:spPr>
          <a:xfrm>
            <a:off x="1217525" y="1365094"/>
            <a:ext cx="2459328" cy="461665"/>
          </a:xfrm>
          <a:prstGeom prst="rect">
            <a:avLst/>
          </a:prstGeom>
          <a:noFill/>
        </p:spPr>
        <p:txBody>
          <a:bodyPr wrap="none" rtlCol="0">
            <a:noAutofit/>
          </a:bodyPr>
          <a:lstStyle/>
          <a:p>
            <a:r>
              <a:rPr lang="en-US" altLang="zh-CN" sz="2400" b="1" dirty="0">
                <a:solidFill>
                  <a:schemeClr val="accent1"/>
                </a:solidFill>
              </a:rPr>
              <a:t> </a:t>
            </a:r>
            <a:r>
              <a:rPr lang="zh-CN" altLang="en-US" sz="2400" b="1" dirty="0">
                <a:solidFill>
                  <a:schemeClr val="accent1"/>
                </a:solidFill>
              </a:rPr>
              <a:t>研究内容</a:t>
            </a:r>
          </a:p>
        </p:txBody>
      </p:sp>
      <p:sp>
        <p:nvSpPr>
          <p:cNvPr id="12" name="矩形 11">
            <a:extLst>
              <a:ext uri="{FF2B5EF4-FFF2-40B4-BE49-F238E27FC236}">
                <a16:creationId xmlns:a16="http://schemas.microsoft.com/office/drawing/2014/main" id="{34A8B8CD-5068-4FA6-BF18-C74D193FB53C}"/>
              </a:ext>
            </a:extLst>
          </p:cNvPr>
          <p:cNvSpPr/>
          <p:nvPr/>
        </p:nvSpPr>
        <p:spPr>
          <a:xfrm>
            <a:off x="698500"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矩形 12">
            <a:extLst>
              <a:ext uri="{FF2B5EF4-FFF2-40B4-BE49-F238E27FC236}">
                <a16:creationId xmlns:a16="http://schemas.microsoft.com/office/drawing/2014/main" id="{181D5BC5-51B2-4F0E-9F55-32A9BD9B167C}"/>
              </a:ext>
            </a:extLst>
          </p:cNvPr>
          <p:cNvSpPr/>
          <p:nvPr/>
        </p:nvSpPr>
        <p:spPr>
          <a:xfrm>
            <a:off x="880133"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pic>
        <p:nvPicPr>
          <p:cNvPr id="26" name="图形 25" descr="灯泡">
            <a:extLst>
              <a:ext uri="{FF2B5EF4-FFF2-40B4-BE49-F238E27FC236}">
                <a16:creationId xmlns:a16="http://schemas.microsoft.com/office/drawing/2014/main" id="{59D60BC9-7565-4326-A857-32D1A6A73B4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060" y="2056252"/>
            <a:ext cx="600621" cy="600621"/>
          </a:xfrm>
          <a:prstGeom prst="rect">
            <a:avLst/>
          </a:prstGeom>
        </p:spPr>
      </p:pic>
      <p:sp>
        <p:nvSpPr>
          <p:cNvPr id="54" name="矩形 53">
            <a:extLst>
              <a:ext uri="{FF2B5EF4-FFF2-40B4-BE49-F238E27FC236}">
                <a16:creationId xmlns:a16="http://schemas.microsoft.com/office/drawing/2014/main" id="{8A153303-D1E4-4C56-82E8-301505A480B0}"/>
              </a:ext>
            </a:extLst>
          </p:cNvPr>
          <p:cNvSpPr/>
          <p:nvPr/>
        </p:nvSpPr>
        <p:spPr>
          <a:xfrm>
            <a:off x="1568662" y="443405"/>
            <a:ext cx="1467068" cy="400110"/>
          </a:xfrm>
          <a:prstGeom prst="rect">
            <a:avLst/>
          </a:prstGeom>
        </p:spPr>
        <p:txBody>
          <a:bodyPr wrap="none">
            <a:noAutofit/>
          </a:bodyPr>
          <a:lstStyle/>
          <a:p>
            <a:r>
              <a:rPr lang="zh-CN" altLang="en-US" sz="2000" dirty="0">
                <a:solidFill>
                  <a:schemeClr val="bg1">
                    <a:lumMod val="50000"/>
                  </a:schemeClr>
                </a:solidFill>
                <a:latin typeface="+mn-ea"/>
              </a:rPr>
              <a:t>研究课题</a:t>
            </a:r>
          </a:p>
        </p:txBody>
      </p:sp>
      <p:sp>
        <p:nvSpPr>
          <p:cNvPr id="55" name="矩形 54">
            <a:extLst>
              <a:ext uri="{FF2B5EF4-FFF2-40B4-BE49-F238E27FC236}">
                <a16:creationId xmlns:a16="http://schemas.microsoft.com/office/drawing/2014/main" id="{C639D513-C773-4CD0-8F92-656B1B5CC59B}"/>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lumMod val="50000"/>
                  </a:schemeClr>
                </a:solidFill>
                <a:latin typeface="+mn-ea"/>
              </a:rPr>
              <a:t>研究背景</a:t>
            </a:r>
          </a:p>
        </p:txBody>
      </p:sp>
      <p:sp>
        <p:nvSpPr>
          <p:cNvPr id="56" name="矩形 55">
            <a:extLst>
              <a:ext uri="{FF2B5EF4-FFF2-40B4-BE49-F238E27FC236}">
                <a16:creationId xmlns:a16="http://schemas.microsoft.com/office/drawing/2014/main" id="{7D374EBF-1406-4AF8-88D6-421ADDC523F4}"/>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solidFill>
                <a:latin typeface="+mn-ea"/>
              </a:rPr>
              <a:t>研究内容</a:t>
            </a:r>
          </a:p>
        </p:txBody>
      </p:sp>
      <p:sp>
        <p:nvSpPr>
          <p:cNvPr id="57" name="矩形 56">
            <a:extLst>
              <a:ext uri="{FF2B5EF4-FFF2-40B4-BE49-F238E27FC236}">
                <a16:creationId xmlns:a16="http://schemas.microsoft.com/office/drawing/2014/main" id="{477EDC90-D745-4AF4-BB3E-FC8784537AB1}"/>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lumMod val="50000"/>
                  </a:schemeClr>
                </a:solidFill>
                <a:latin typeface="+mn-ea"/>
              </a:rPr>
              <a:t>研究方案</a:t>
            </a:r>
          </a:p>
        </p:txBody>
      </p:sp>
      <p:sp>
        <p:nvSpPr>
          <p:cNvPr id="58" name="矩形 57">
            <a:extLst>
              <a:ext uri="{FF2B5EF4-FFF2-40B4-BE49-F238E27FC236}">
                <a16:creationId xmlns:a16="http://schemas.microsoft.com/office/drawing/2014/main" id="{2380F92C-ADEA-4D30-BE15-76B538BD176F}"/>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59" name="直接连接符 58">
            <a:extLst>
              <a:ext uri="{FF2B5EF4-FFF2-40B4-BE49-F238E27FC236}">
                <a16:creationId xmlns:a16="http://schemas.microsoft.com/office/drawing/2014/main" id="{CB1B166C-994A-4A6B-AF27-8F6268F5E61F}"/>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7A988341-ECA5-4016-9A31-627EACB3F675}"/>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A719FC0F-7104-4534-AC54-217C8ADF96BD}"/>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C2977C3F-A0A5-4B18-8673-7E37CAE79D47}"/>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B4341872-31D1-4173-BA8E-08D8946900A2}"/>
              </a:ext>
            </a:extLst>
          </p:cNvPr>
          <p:cNvSpPr/>
          <p:nvPr/>
        </p:nvSpPr>
        <p:spPr>
          <a:xfrm>
            <a:off x="1686559" y="2160955"/>
            <a:ext cx="8991595" cy="461665"/>
          </a:xfrm>
          <a:prstGeom prst="rect">
            <a:avLst/>
          </a:prstGeom>
        </p:spPr>
        <p:txBody>
          <a:bodyPr wrap="square">
            <a:spAutoFit/>
          </a:bodyPr>
          <a:lstStyle/>
          <a:p>
            <a:r>
              <a:rPr lang="zh-CN" altLang="zh-CN" sz="2400" b="1" kern="100" dirty="0">
                <a:solidFill>
                  <a:schemeClr val="accent2"/>
                </a:solidFill>
                <a:latin typeface="Times New Roman" panose="02020603050405020304" pitchFamily="18" charset="0"/>
                <a:ea typeface="宋体" panose="02010600030101010101" pitchFamily="2" charset="-122"/>
              </a:rPr>
              <a:t>解决</a:t>
            </a:r>
            <a:r>
              <a:rPr lang="en-US" altLang="zh-CN" sz="2400" b="1" kern="100" dirty="0" err="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MaxSAT</a:t>
            </a:r>
            <a:r>
              <a:rPr lang="zh-CN" altLang="zh-CN" sz="2400" b="1" kern="100" dirty="0">
                <a:solidFill>
                  <a:schemeClr val="accent2"/>
                </a:solidFill>
                <a:latin typeface="Times New Roman" panose="02020603050405020304" pitchFamily="18" charset="0"/>
                <a:ea typeface="宋体" panose="02010600030101010101" pitchFamily="2" charset="-122"/>
              </a:rPr>
              <a:t>精确求解器在早期阶段缺乏高质量初始解的问题</a:t>
            </a:r>
            <a:endParaRPr lang="zh-CN" altLang="en-US" sz="2400" b="1" dirty="0">
              <a:solidFill>
                <a:schemeClr val="accent2"/>
              </a:solidFill>
            </a:endParaRPr>
          </a:p>
        </p:txBody>
      </p:sp>
      <p:sp>
        <p:nvSpPr>
          <p:cNvPr id="5" name="矩形 4">
            <a:extLst>
              <a:ext uri="{FF2B5EF4-FFF2-40B4-BE49-F238E27FC236}">
                <a16:creationId xmlns:a16="http://schemas.microsoft.com/office/drawing/2014/main" id="{8F45F42E-5F6C-4536-B25C-D65B6A8C6CF5}"/>
              </a:ext>
            </a:extLst>
          </p:cNvPr>
          <p:cNvSpPr/>
          <p:nvPr/>
        </p:nvSpPr>
        <p:spPr>
          <a:xfrm>
            <a:off x="1686559" y="2737611"/>
            <a:ext cx="8910320" cy="2807435"/>
          </a:xfrm>
          <a:prstGeom prst="rect">
            <a:avLst/>
          </a:prstGeom>
        </p:spPr>
        <p:txBody>
          <a:bodyPr wrap="square">
            <a:spAutoFit/>
          </a:bodyPr>
          <a:lstStyle/>
          <a:p>
            <a:pPr>
              <a:lnSpc>
                <a:spcPct val="150000"/>
              </a:lnSpc>
            </a:pPr>
            <a:r>
              <a:rPr lang="zh-CN" altLang="zh-CN" sz="2000" dirty="0"/>
              <a:t>问题主要表现为：在缺乏高质量初始上界的情况下，算法需频繁调用</a:t>
            </a:r>
            <a:r>
              <a:rPr lang="en-US" altLang="zh-CN" sz="2000" dirty="0"/>
              <a:t>SAT</a:t>
            </a:r>
            <a:r>
              <a:rPr lang="zh-CN" altLang="zh-CN" sz="2000" dirty="0"/>
              <a:t>求解器进行不可满足核心的提取与处理</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000" dirty="0"/>
              <a:t>为此，本研究将引入先进的局部搜索算法（如</a:t>
            </a:r>
            <a:r>
              <a:rPr lang="en-US" altLang="zh-CN" sz="2000" dirty="0" err="1"/>
              <a:t>SATLike</a:t>
            </a:r>
            <a:r>
              <a:rPr lang="zh-CN" altLang="zh-CN" sz="2000" dirty="0"/>
              <a:t>或</a:t>
            </a:r>
            <a:r>
              <a:rPr lang="en-US" altLang="zh-CN" sz="2000" dirty="0" err="1"/>
              <a:t>BandMaxSAT</a:t>
            </a:r>
            <a:r>
              <a:rPr lang="zh-CN" altLang="zh-CN" sz="2000" dirty="0"/>
              <a:t>），设计强化的</a:t>
            </a:r>
            <a:r>
              <a:rPr lang="en-US" altLang="zh-CN" sz="2000" dirty="0"/>
              <a:t>warm-start</a:t>
            </a:r>
            <a:r>
              <a:rPr lang="zh-CN" altLang="zh-CN" sz="2000" dirty="0"/>
              <a:t>策略</a:t>
            </a:r>
            <a:r>
              <a:rPr lang="zh-CN" altLang="en-US" sz="2000" dirty="0"/>
              <a:t>。</a:t>
            </a:r>
            <a:r>
              <a:rPr lang="zh-CN" altLang="zh-CN" sz="2000" dirty="0"/>
              <a:t>通过动态子句加权、多样化邻域操作、扰动与重启机制，使得局部搜索模块能够在较短时间内快速获得一个接近最优的可行解，从而为后续精确求解过程提供一个紧致的上界估计。</a:t>
            </a:r>
            <a:endParaRPr lang="zh-CN" altLang="en-US" sz="2000" dirty="0"/>
          </a:p>
        </p:txBody>
      </p:sp>
    </p:spTree>
    <p:extLst>
      <p:ext uri="{BB962C8B-B14F-4D97-AF65-F5344CB8AC3E}">
        <p14:creationId xmlns:p14="http://schemas.microsoft.com/office/powerpoint/2010/main" val="1638853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C99ADF5C-8A6D-4280-8114-C44D5CCF8E00}"/>
              </a:ext>
            </a:extLst>
          </p:cNvPr>
          <p:cNvSpPr txBox="1"/>
          <p:nvPr/>
        </p:nvSpPr>
        <p:spPr>
          <a:xfrm>
            <a:off x="1217525" y="1365094"/>
            <a:ext cx="2459328" cy="461665"/>
          </a:xfrm>
          <a:prstGeom prst="rect">
            <a:avLst/>
          </a:prstGeom>
          <a:noFill/>
        </p:spPr>
        <p:txBody>
          <a:bodyPr wrap="none" rtlCol="0">
            <a:noAutofit/>
          </a:bodyPr>
          <a:lstStyle/>
          <a:p>
            <a:r>
              <a:rPr lang="en-US" altLang="zh-CN" sz="2400" b="1" dirty="0">
                <a:solidFill>
                  <a:schemeClr val="accent1"/>
                </a:solidFill>
              </a:rPr>
              <a:t> </a:t>
            </a:r>
            <a:r>
              <a:rPr lang="zh-CN" altLang="en-US" sz="2400" b="1" dirty="0">
                <a:solidFill>
                  <a:schemeClr val="accent1"/>
                </a:solidFill>
              </a:rPr>
              <a:t>研究内容</a:t>
            </a:r>
          </a:p>
        </p:txBody>
      </p:sp>
      <p:sp>
        <p:nvSpPr>
          <p:cNvPr id="12" name="矩形 11">
            <a:extLst>
              <a:ext uri="{FF2B5EF4-FFF2-40B4-BE49-F238E27FC236}">
                <a16:creationId xmlns:a16="http://schemas.microsoft.com/office/drawing/2014/main" id="{34A8B8CD-5068-4FA6-BF18-C74D193FB53C}"/>
              </a:ext>
            </a:extLst>
          </p:cNvPr>
          <p:cNvSpPr/>
          <p:nvPr/>
        </p:nvSpPr>
        <p:spPr>
          <a:xfrm>
            <a:off x="698500"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矩形 12">
            <a:extLst>
              <a:ext uri="{FF2B5EF4-FFF2-40B4-BE49-F238E27FC236}">
                <a16:creationId xmlns:a16="http://schemas.microsoft.com/office/drawing/2014/main" id="{181D5BC5-51B2-4F0E-9F55-32A9BD9B167C}"/>
              </a:ext>
            </a:extLst>
          </p:cNvPr>
          <p:cNvSpPr/>
          <p:nvPr/>
        </p:nvSpPr>
        <p:spPr>
          <a:xfrm>
            <a:off x="880133"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pic>
        <p:nvPicPr>
          <p:cNvPr id="26" name="图形 25" descr="灯泡">
            <a:extLst>
              <a:ext uri="{FF2B5EF4-FFF2-40B4-BE49-F238E27FC236}">
                <a16:creationId xmlns:a16="http://schemas.microsoft.com/office/drawing/2014/main" id="{59D60BC9-7565-4326-A857-32D1A6A73B4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060" y="2056252"/>
            <a:ext cx="600621" cy="600621"/>
          </a:xfrm>
          <a:prstGeom prst="rect">
            <a:avLst/>
          </a:prstGeom>
        </p:spPr>
      </p:pic>
      <p:sp>
        <p:nvSpPr>
          <p:cNvPr id="54" name="矩形 53">
            <a:extLst>
              <a:ext uri="{FF2B5EF4-FFF2-40B4-BE49-F238E27FC236}">
                <a16:creationId xmlns:a16="http://schemas.microsoft.com/office/drawing/2014/main" id="{8A153303-D1E4-4C56-82E8-301505A480B0}"/>
              </a:ext>
            </a:extLst>
          </p:cNvPr>
          <p:cNvSpPr/>
          <p:nvPr/>
        </p:nvSpPr>
        <p:spPr>
          <a:xfrm>
            <a:off x="1568662" y="443405"/>
            <a:ext cx="1467068" cy="400110"/>
          </a:xfrm>
          <a:prstGeom prst="rect">
            <a:avLst/>
          </a:prstGeom>
        </p:spPr>
        <p:txBody>
          <a:bodyPr wrap="none">
            <a:noAutofit/>
          </a:bodyPr>
          <a:lstStyle/>
          <a:p>
            <a:r>
              <a:rPr lang="zh-CN" altLang="en-US" sz="2000" dirty="0">
                <a:solidFill>
                  <a:schemeClr val="bg1">
                    <a:lumMod val="50000"/>
                  </a:schemeClr>
                </a:solidFill>
                <a:latin typeface="+mn-ea"/>
              </a:rPr>
              <a:t>研究课题</a:t>
            </a:r>
          </a:p>
        </p:txBody>
      </p:sp>
      <p:sp>
        <p:nvSpPr>
          <p:cNvPr id="55" name="矩形 54">
            <a:extLst>
              <a:ext uri="{FF2B5EF4-FFF2-40B4-BE49-F238E27FC236}">
                <a16:creationId xmlns:a16="http://schemas.microsoft.com/office/drawing/2014/main" id="{C639D513-C773-4CD0-8F92-656B1B5CC59B}"/>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lumMod val="50000"/>
                  </a:schemeClr>
                </a:solidFill>
                <a:latin typeface="+mn-ea"/>
              </a:rPr>
              <a:t>研究背景</a:t>
            </a:r>
          </a:p>
        </p:txBody>
      </p:sp>
      <p:sp>
        <p:nvSpPr>
          <p:cNvPr id="56" name="矩形 55">
            <a:extLst>
              <a:ext uri="{FF2B5EF4-FFF2-40B4-BE49-F238E27FC236}">
                <a16:creationId xmlns:a16="http://schemas.microsoft.com/office/drawing/2014/main" id="{7D374EBF-1406-4AF8-88D6-421ADDC523F4}"/>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solidFill>
                <a:latin typeface="+mn-ea"/>
              </a:rPr>
              <a:t>研究内容</a:t>
            </a:r>
          </a:p>
        </p:txBody>
      </p:sp>
      <p:sp>
        <p:nvSpPr>
          <p:cNvPr id="57" name="矩形 56">
            <a:extLst>
              <a:ext uri="{FF2B5EF4-FFF2-40B4-BE49-F238E27FC236}">
                <a16:creationId xmlns:a16="http://schemas.microsoft.com/office/drawing/2014/main" id="{477EDC90-D745-4AF4-BB3E-FC8784537AB1}"/>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lumMod val="50000"/>
                  </a:schemeClr>
                </a:solidFill>
                <a:latin typeface="+mn-ea"/>
              </a:rPr>
              <a:t>研究方案</a:t>
            </a:r>
          </a:p>
        </p:txBody>
      </p:sp>
      <p:sp>
        <p:nvSpPr>
          <p:cNvPr id="58" name="矩形 57">
            <a:extLst>
              <a:ext uri="{FF2B5EF4-FFF2-40B4-BE49-F238E27FC236}">
                <a16:creationId xmlns:a16="http://schemas.microsoft.com/office/drawing/2014/main" id="{2380F92C-ADEA-4D30-BE15-76B538BD176F}"/>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59" name="直接连接符 58">
            <a:extLst>
              <a:ext uri="{FF2B5EF4-FFF2-40B4-BE49-F238E27FC236}">
                <a16:creationId xmlns:a16="http://schemas.microsoft.com/office/drawing/2014/main" id="{CB1B166C-994A-4A6B-AF27-8F6268F5E61F}"/>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7A988341-ECA5-4016-9A31-627EACB3F675}"/>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A719FC0F-7104-4534-AC54-217C8ADF96BD}"/>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C2977C3F-A0A5-4B18-8673-7E37CAE79D47}"/>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B4341872-31D1-4173-BA8E-08D8946900A2}"/>
              </a:ext>
            </a:extLst>
          </p:cNvPr>
          <p:cNvSpPr/>
          <p:nvPr/>
        </p:nvSpPr>
        <p:spPr>
          <a:xfrm>
            <a:off x="1686559" y="2160955"/>
            <a:ext cx="8991595" cy="461665"/>
          </a:xfrm>
          <a:prstGeom prst="rect">
            <a:avLst/>
          </a:prstGeom>
        </p:spPr>
        <p:txBody>
          <a:bodyPr wrap="square">
            <a:spAutoFit/>
          </a:bodyPr>
          <a:lstStyle/>
          <a:p>
            <a:r>
              <a:rPr lang="zh-CN" altLang="zh-CN" sz="2400" b="1" kern="100" dirty="0">
                <a:solidFill>
                  <a:schemeClr val="accent2"/>
                </a:solidFill>
                <a:latin typeface="Times New Roman" panose="02020603050405020304" pitchFamily="18" charset="0"/>
                <a:ea typeface="宋体" panose="02010600030101010101" pitchFamily="2" charset="-122"/>
              </a:rPr>
              <a:t>构建局部搜索与精确算法的双向交互机制</a:t>
            </a:r>
            <a:endParaRPr lang="zh-CN" altLang="en-US" sz="2400" b="1" kern="100" dirty="0">
              <a:solidFill>
                <a:schemeClr val="accent2"/>
              </a:solidFill>
              <a:latin typeface="Times New Roman" panose="02020603050405020304" pitchFamily="18" charset="0"/>
              <a:ea typeface="宋体" panose="02010600030101010101" pitchFamily="2" charset="-122"/>
            </a:endParaRPr>
          </a:p>
        </p:txBody>
      </p:sp>
      <p:sp>
        <p:nvSpPr>
          <p:cNvPr id="5" name="矩形 4">
            <a:extLst>
              <a:ext uri="{FF2B5EF4-FFF2-40B4-BE49-F238E27FC236}">
                <a16:creationId xmlns:a16="http://schemas.microsoft.com/office/drawing/2014/main" id="{8F45F42E-5F6C-4536-B25C-D65B6A8C6CF5}"/>
              </a:ext>
            </a:extLst>
          </p:cNvPr>
          <p:cNvSpPr/>
          <p:nvPr/>
        </p:nvSpPr>
        <p:spPr>
          <a:xfrm>
            <a:off x="1686559" y="2737611"/>
            <a:ext cx="8910320" cy="2345770"/>
          </a:xfrm>
          <a:prstGeom prst="rect">
            <a:avLst/>
          </a:prstGeom>
        </p:spPr>
        <p:txBody>
          <a:bodyPr wrap="square">
            <a:spAutoFit/>
          </a:bodyPr>
          <a:lstStyle/>
          <a:p>
            <a:pPr>
              <a:lnSpc>
                <a:spcPct val="150000"/>
              </a:lnSpc>
            </a:pPr>
            <a:r>
              <a:rPr lang="zh-CN" altLang="zh-CN" sz="2000" dirty="0"/>
              <a:t>在精确算法的迭代过程中会不断产生新的可行解与下界信息，这些中间解往往蕴含丰富的搜索结构信息。本研究将设计将核心引导模块中的中间解回馈至局部搜索作为其新的起点，加速其探索深度；同时，局部搜索生成的更优解又将反向反馈至精确算法，提供更紧逼的上界约束。通过这一正向与反向的闭环交互机制，使</a:t>
            </a:r>
            <a:r>
              <a:rPr lang="en-US" altLang="zh-CN" sz="2000" dirty="0"/>
              <a:t>UB</a:t>
            </a:r>
            <a:r>
              <a:rPr lang="zh-CN" altLang="zh-CN" sz="2000" dirty="0"/>
              <a:t>与</a:t>
            </a:r>
            <a:r>
              <a:rPr lang="en-US" altLang="zh-CN" sz="2000" dirty="0"/>
              <a:t>LB</a:t>
            </a:r>
            <a:r>
              <a:rPr lang="zh-CN" altLang="zh-CN" sz="2000" dirty="0"/>
              <a:t>能够相互促进，加快整体收敛。</a:t>
            </a:r>
          </a:p>
        </p:txBody>
      </p:sp>
    </p:spTree>
    <p:extLst>
      <p:ext uri="{BB962C8B-B14F-4D97-AF65-F5344CB8AC3E}">
        <p14:creationId xmlns:p14="http://schemas.microsoft.com/office/powerpoint/2010/main" val="11239288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C99ADF5C-8A6D-4280-8114-C44D5CCF8E00}"/>
              </a:ext>
            </a:extLst>
          </p:cNvPr>
          <p:cNvSpPr txBox="1"/>
          <p:nvPr/>
        </p:nvSpPr>
        <p:spPr>
          <a:xfrm>
            <a:off x="1217525" y="1365094"/>
            <a:ext cx="2459328" cy="461665"/>
          </a:xfrm>
          <a:prstGeom prst="rect">
            <a:avLst/>
          </a:prstGeom>
          <a:noFill/>
        </p:spPr>
        <p:txBody>
          <a:bodyPr wrap="none" rtlCol="0">
            <a:noAutofit/>
          </a:bodyPr>
          <a:lstStyle/>
          <a:p>
            <a:r>
              <a:rPr lang="en-US" altLang="zh-CN" sz="2400" b="1" dirty="0">
                <a:solidFill>
                  <a:schemeClr val="accent1"/>
                </a:solidFill>
              </a:rPr>
              <a:t> </a:t>
            </a:r>
            <a:r>
              <a:rPr lang="zh-CN" altLang="en-US" sz="2400" b="1" dirty="0">
                <a:solidFill>
                  <a:schemeClr val="accent1"/>
                </a:solidFill>
              </a:rPr>
              <a:t>研究内容</a:t>
            </a:r>
          </a:p>
        </p:txBody>
      </p:sp>
      <p:sp>
        <p:nvSpPr>
          <p:cNvPr id="12" name="矩形 11">
            <a:extLst>
              <a:ext uri="{FF2B5EF4-FFF2-40B4-BE49-F238E27FC236}">
                <a16:creationId xmlns:a16="http://schemas.microsoft.com/office/drawing/2014/main" id="{34A8B8CD-5068-4FA6-BF18-C74D193FB53C}"/>
              </a:ext>
            </a:extLst>
          </p:cNvPr>
          <p:cNvSpPr/>
          <p:nvPr/>
        </p:nvSpPr>
        <p:spPr>
          <a:xfrm>
            <a:off x="698500"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矩形 12">
            <a:extLst>
              <a:ext uri="{FF2B5EF4-FFF2-40B4-BE49-F238E27FC236}">
                <a16:creationId xmlns:a16="http://schemas.microsoft.com/office/drawing/2014/main" id="{181D5BC5-51B2-4F0E-9F55-32A9BD9B167C}"/>
              </a:ext>
            </a:extLst>
          </p:cNvPr>
          <p:cNvSpPr/>
          <p:nvPr/>
        </p:nvSpPr>
        <p:spPr>
          <a:xfrm>
            <a:off x="880133"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pic>
        <p:nvPicPr>
          <p:cNvPr id="26" name="图形 25" descr="灯泡">
            <a:extLst>
              <a:ext uri="{FF2B5EF4-FFF2-40B4-BE49-F238E27FC236}">
                <a16:creationId xmlns:a16="http://schemas.microsoft.com/office/drawing/2014/main" id="{59D60BC9-7565-4326-A857-32D1A6A73B4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060" y="2056252"/>
            <a:ext cx="600621" cy="600621"/>
          </a:xfrm>
          <a:prstGeom prst="rect">
            <a:avLst/>
          </a:prstGeom>
        </p:spPr>
      </p:pic>
      <p:sp>
        <p:nvSpPr>
          <p:cNvPr id="54" name="矩形 53">
            <a:extLst>
              <a:ext uri="{FF2B5EF4-FFF2-40B4-BE49-F238E27FC236}">
                <a16:creationId xmlns:a16="http://schemas.microsoft.com/office/drawing/2014/main" id="{8A153303-D1E4-4C56-82E8-301505A480B0}"/>
              </a:ext>
            </a:extLst>
          </p:cNvPr>
          <p:cNvSpPr/>
          <p:nvPr/>
        </p:nvSpPr>
        <p:spPr>
          <a:xfrm>
            <a:off x="1568662" y="443405"/>
            <a:ext cx="1467068" cy="400110"/>
          </a:xfrm>
          <a:prstGeom prst="rect">
            <a:avLst/>
          </a:prstGeom>
        </p:spPr>
        <p:txBody>
          <a:bodyPr wrap="none">
            <a:noAutofit/>
          </a:bodyPr>
          <a:lstStyle/>
          <a:p>
            <a:r>
              <a:rPr lang="zh-CN" altLang="en-US" sz="2000" dirty="0">
                <a:solidFill>
                  <a:schemeClr val="bg1">
                    <a:lumMod val="50000"/>
                  </a:schemeClr>
                </a:solidFill>
                <a:latin typeface="+mn-ea"/>
              </a:rPr>
              <a:t>研究课题</a:t>
            </a:r>
          </a:p>
        </p:txBody>
      </p:sp>
      <p:sp>
        <p:nvSpPr>
          <p:cNvPr id="55" name="矩形 54">
            <a:extLst>
              <a:ext uri="{FF2B5EF4-FFF2-40B4-BE49-F238E27FC236}">
                <a16:creationId xmlns:a16="http://schemas.microsoft.com/office/drawing/2014/main" id="{C639D513-C773-4CD0-8F92-656B1B5CC59B}"/>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lumMod val="50000"/>
                  </a:schemeClr>
                </a:solidFill>
                <a:latin typeface="+mn-ea"/>
              </a:rPr>
              <a:t>研究背景</a:t>
            </a:r>
          </a:p>
        </p:txBody>
      </p:sp>
      <p:sp>
        <p:nvSpPr>
          <p:cNvPr id="56" name="矩形 55">
            <a:extLst>
              <a:ext uri="{FF2B5EF4-FFF2-40B4-BE49-F238E27FC236}">
                <a16:creationId xmlns:a16="http://schemas.microsoft.com/office/drawing/2014/main" id="{7D374EBF-1406-4AF8-88D6-421ADDC523F4}"/>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solidFill>
                <a:latin typeface="+mn-ea"/>
              </a:rPr>
              <a:t>研究内容</a:t>
            </a:r>
          </a:p>
        </p:txBody>
      </p:sp>
      <p:sp>
        <p:nvSpPr>
          <p:cNvPr id="57" name="矩形 56">
            <a:extLst>
              <a:ext uri="{FF2B5EF4-FFF2-40B4-BE49-F238E27FC236}">
                <a16:creationId xmlns:a16="http://schemas.microsoft.com/office/drawing/2014/main" id="{477EDC90-D745-4AF4-BB3E-FC8784537AB1}"/>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lumMod val="50000"/>
                  </a:schemeClr>
                </a:solidFill>
                <a:latin typeface="+mn-ea"/>
              </a:rPr>
              <a:t>研究方案</a:t>
            </a:r>
          </a:p>
        </p:txBody>
      </p:sp>
      <p:sp>
        <p:nvSpPr>
          <p:cNvPr id="58" name="矩形 57">
            <a:extLst>
              <a:ext uri="{FF2B5EF4-FFF2-40B4-BE49-F238E27FC236}">
                <a16:creationId xmlns:a16="http://schemas.microsoft.com/office/drawing/2014/main" id="{2380F92C-ADEA-4D30-BE15-76B538BD176F}"/>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59" name="直接连接符 58">
            <a:extLst>
              <a:ext uri="{FF2B5EF4-FFF2-40B4-BE49-F238E27FC236}">
                <a16:creationId xmlns:a16="http://schemas.microsoft.com/office/drawing/2014/main" id="{CB1B166C-994A-4A6B-AF27-8F6268F5E61F}"/>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7A988341-ECA5-4016-9A31-627EACB3F675}"/>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A719FC0F-7104-4534-AC54-217C8ADF96BD}"/>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C2977C3F-A0A5-4B18-8673-7E37CAE79D47}"/>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B4341872-31D1-4173-BA8E-08D8946900A2}"/>
              </a:ext>
            </a:extLst>
          </p:cNvPr>
          <p:cNvSpPr/>
          <p:nvPr/>
        </p:nvSpPr>
        <p:spPr>
          <a:xfrm>
            <a:off x="1686559" y="2160955"/>
            <a:ext cx="8991595" cy="461665"/>
          </a:xfrm>
          <a:prstGeom prst="rect">
            <a:avLst/>
          </a:prstGeom>
        </p:spPr>
        <p:txBody>
          <a:bodyPr wrap="square">
            <a:spAutoFit/>
          </a:bodyPr>
          <a:lstStyle/>
          <a:p>
            <a:r>
              <a:rPr lang="zh-CN" altLang="zh-CN" sz="2400" b="1" kern="100" dirty="0">
                <a:solidFill>
                  <a:schemeClr val="accent2"/>
                </a:solidFill>
                <a:latin typeface="Times New Roman" panose="02020603050405020304" pitchFamily="18" charset="0"/>
                <a:ea typeface="宋体" panose="02010600030101010101" pitchFamily="2" charset="-122"/>
              </a:rPr>
              <a:t>研究混合框架的动态调度与触发策略</a:t>
            </a:r>
            <a:endParaRPr lang="zh-CN" altLang="en-US" sz="2400" b="1" kern="100" dirty="0">
              <a:solidFill>
                <a:schemeClr val="accent2"/>
              </a:solidFill>
              <a:latin typeface="Times New Roman" panose="02020603050405020304" pitchFamily="18" charset="0"/>
              <a:ea typeface="宋体" panose="02010600030101010101" pitchFamily="2" charset="-122"/>
            </a:endParaRPr>
          </a:p>
        </p:txBody>
      </p:sp>
      <p:sp>
        <p:nvSpPr>
          <p:cNvPr id="5" name="矩形 4">
            <a:extLst>
              <a:ext uri="{FF2B5EF4-FFF2-40B4-BE49-F238E27FC236}">
                <a16:creationId xmlns:a16="http://schemas.microsoft.com/office/drawing/2014/main" id="{8F45F42E-5F6C-4536-B25C-D65B6A8C6CF5}"/>
              </a:ext>
            </a:extLst>
          </p:cNvPr>
          <p:cNvSpPr/>
          <p:nvPr/>
        </p:nvSpPr>
        <p:spPr>
          <a:xfrm>
            <a:off x="1686559" y="2737611"/>
            <a:ext cx="8910320" cy="3269100"/>
          </a:xfrm>
          <a:prstGeom prst="rect">
            <a:avLst/>
          </a:prstGeom>
        </p:spPr>
        <p:txBody>
          <a:bodyPr wrap="square">
            <a:spAutoFit/>
          </a:bodyPr>
          <a:lstStyle/>
          <a:p>
            <a:pPr>
              <a:lnSpc>
                <a:spcPct val="150000"/>
              </a:lnSpc>
            </a:pPr>
            <a:r>
              <a:rPr lang="zh-CN" altLang="zh-CN" sz="2000" dirty="0"/>
              <a:t>混合求解器的性能很大程度取决于交互与资源分配的合理性。若调度不当，可能导致局部搜索或精确算法一方过度消耗时间而收效甚微。本研究将重点研究交互时机的触发机制与计算资源的动态分配策略，探索基于启发式的监控指标（如</a:t>
            </a:r>
            <a:r>
              <a:rPr lang="en-US" altLang="zh-CN" sz="2000" dirty="0"/>
              <a:t>UB</a:t>
            </a:r>
            <a:r>
              <a:rPr lang="zh-CN" altLang="zh-CN" sz="2000" dirty="0"/>
              <a:t>收敛速率、</a:t>
            </a:r>
            <a:r>
              <a:rPr lang="en-US" altLang="zh-CN" sz="2000" dirty="0"/>
              <a:t>LB</a:t>
            </a:r>
            <a:r>
              <a:rPr lang="zh-CN" altLang="zh-CN" sz="2000" dirty="0"/>
              <a:t>提升幅度、核心大小序列变化、局部搜索停滞检测等），并进一步尝试引入自适应控制机制，使系统能够根据不同实例特征和搜索状态，自动平衡</a:t>
            </a:r>
            <a:r>
              <a:rPr lang="en-US" altLang="zh-CN" sz="2000" dirty="0"/>
              <a:t>exploration</a:t>
            </a:r>
            <a:r>
              <a:rPr lang="zh-CN" altLang="en-US" sz="2000" dirty="0"/>
              <a:t>（探索）</a:t>
            </a:r>
            <a:r>
              <a:rPr lang="zh-CN" altLang="zh-CN" sz="2000" dirty="0"/>
              <a:t>与</a:t>
            </a:r>
            <a:r>
              <a:rPr lang="en-US" altLang="zh-CN" sz="2000" dirty="0"/>
              <a:t>exploitation</a:t>
            </a:r>
            <a:r>
              <a:rPr lang="zh-CN" altLang="en-US" sz="2000" dirty="0"/>
              <a:t>（利用）</a:t>
            </a:r>
            <a:r>
              <a:rPr lang="zh-CN" altLang="zh-CN" sz="2000" dirty="0"/>
              <a:t>，确保混合求解过程的高效性与鲁棒性。</a:t>
            </a:r>
          </a:p>
        </p:txBody>
      </p:sp>
    </p:spTree>
    <p:extLst>
      <p:ext uri="{BB962C8B-B14F-4D97-AF65-F5344CB8AC3E}">
        <p14:creationId xmlns:p14="http://schemas.microsoft.com/office/powerpoint/2010/main" val="18003755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5B4A5D80-3A93-4BFE-A68C-6EE605F6B18A}"/>
              </a:ext>
            </a:extLst>
          </p:cNvPr>
          <p:cNvSpPr>
            <a:spLocks noGrp="1"/>
          </p:cNvSpPr>
          <p:nvPr>
            <p:ph type="body" sz="quarter" idx="10"/>
          </p:nvPr>
        </p:nvSpPr>
        <p:spPr/>
        <p:txBody>
          <a:bodyPr>
            <a:noAutofit/>
          </a:bodyPr>
          <a:lstStyle/>
          <a:p>
            <a:r>
              <a:rPr lang="en-US" altLang="zh-CN" dirty="0"/>
              <a:t>04 </a:t>
            </a:r>
            <a:r>
              <a:rPr lang="zh-CN" altLang="en-US" dirty="0"/>
              <a:t>研究方案</a:t>
            </a:r>
          </a:p>
        </p:txBody>
      </p:sp>
    </p:spTree>
    <p:extLst>
      <p:ext uri="{BB962C8B-B14F-4D97-AF65-F5344CB8AC3E}">
        <p14:creationId xmlns:p14="http://schemas.microsoft.com/office/powerpoint/2010/main" val="2298814716"/>
      </p:ext>
    </p:extLst>
  </p:cSld>
  <p:clrMapOvr>
    <a:masterClrMapping/>
  </p:clrMapOvr>
  <p:transition spd="slow" advClick="0" advTm="30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C99ADF5C-8A6D-4280-8114-C44D5CCF8E00}"/>
              </a:ext>
            </a:extLst>
          </p:cNvPr>
          <p:cNvSpPr txBox="1"/>
          <p:nvPr/>
        </p:nvSpPr>
        <p:spPr>
          <a:xfrm>
            <a:off x="1217525" y="1365094"/>
            <a:ext cx="2459328" cy="461665"/>
          </a:xfrm>
          <a:prstGeom prst="rect">
            <a:avLst/>
          </a:prstGeom>
          <a:noFill/>
        </p:spPr>
        <p:txBody>
          <a:bodyPr wrap="none" rtlCol="0">
            <a:noAutofit/>
          </a:bodyPr>
          <a:lstStyle/>
          <a:p>
            <a:r>
              <a:rPr lang="zh-CN" altLang="en-US" sz="2400" b="1" dirty="0">
                <a:solidFill>
                  <a:schemeClr val="accent1"/>
                </a:solidFill>
              </a:rPr>
              <a:t>研究方案</a:t>
            </a:r>
          </a:p>
        </p:txBody>
      </p:sp>
      <p:sp>
        <p:nvSpPr>
          <p:cNvPr id="12" name="矩形 11">
            <a:extLst>
              <a:ext uri="{FF2B5EF4-FFF2-40B4-BE49-F238E27FC236}">
                <a16:creationId xmlns:a16="http://schemas.microsoft.com/office/drawing/2014/main" id="{34A8B8CD-5068-4FA6-BF18-C74D193FB53C}"/>
              </a:ext>
            </a:extLst>
          </p:cNvPr>
          <p:cNvSpPr/>
          <p:nvPr/>
        </p:nvSpPr>
        <p:spPr>
          <a:xfrm>
            <a:off x="698500"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矩形 12">
            <a:extLst>
              <a:ext uri="{FF2B5EF4-FFF2-40B4-BE49-F238E27FC236}">
                <a16:creationId xmlns:a16="http://schemas.microsoft.com/office/drawing/2014/main" id="{181D5BC5-51B2-4F0E-9F55-32A9BD9B167C}"/>
              </a:ext>
            </a:extLst>
          </p:cNvPr>
          <p:cNvSpPr/>
          <p:nvPr/>
        </p:nvSpPr>
        <p:spPr>
          <a:xfrm>
            <a:off x="880133"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93" name="矩形 92">
            <a:extLst>
              <a:ext uri="{FF2B5EF4-FFF2-40B4-BE49-F238E27FC236}">
                <a16:creationId xmlns:a16="http://schemas.microsoft.com/office/drawing/2014/main" id="{48391E57-E89C-4FFE-93D6-36E65F6B9973}"/>
              </a:ext>
            </a:extLst>
          </p:cNvPr>
          <p:cNvSpPr/>
          <p:nvPr/>
        </p:nvSpPr>
        <p:spPr>
          <a:xfrm>
            <a:off x="1568662" y="443405"/>
            <a:ext cx="1467068" cy="400110"/>
          </a:xfrm>
          <a:prstGeom prst="rect">
            <a:avLst/>
          </a:prstGeom>
        </p:spPr>
        <p:txBody>
          <a:bodyPr wrap="none">
            <a:noAutofit/>
          </a:bodyPr>
          <a:lstStyle/>
          <a:p>
            <a:r>
              <a:rPr lang="zh-CN" altLang="en-US" sz="2000" dirty="0">
                <a:solidFill>
                  <a:schemeClr val="bg1">
                    <a:lumMod val="50000"/>
                  </a:schemeClr>
                </a:solidFill>
                <a:latin typeface="+mn-ea"/>
              </a:rPr>
              <a:t>研究课题</a:t>
            </a:r>
          </a:p>
        </p:txBody>
      </p:sp>
      <p:sp>
        <p:nvSpPr>
          <p:cNvPr id="94" name="矩形 93">
            <a:extLst>
              <a:ext uri="{FF2B5EF4-FFF2-40B4-BE49-F238E27FC236}">
                <a16:creationId xmlns:a16="http://schemas.microsoft.com/office/drawing/2014/main" id="{9AFE3D5B-0CF1-4372-8625-041FC857137F}"/>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lumMod val="50000"/>
                  </a:schemeClr>
                </a:solidFill>
                <a:latin typeface="+mn-ea"/>
              </a:rPr>
              <a:t>研究背景</a:t>
            </a:r>
          </a:p>
        </p:txBody>
      </p:sp>
      <p:sp>
        <p:nvSpPr>
          <p:cNvPr id="95" name="矩形 94">
            <a:extLst>
              <a:ext uri="{FF2B5EF4-FFF2-40B4-BE49-F238E27FC236}">
                <a16:creationId xmlns:a16="http://schemas.microsoft.com/office/drawing/2014/main" id="{ACA31CCB-457A-4BCF-BE74-7820B13261A8}"/>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lumMod val="50000"/>
                  </a:schemeClr>
                </a:solidFill>
                <a:latin typeface="+mn-ea"/>
              </a:rPr>
              <a:t>研究内容</a:t>
            </a:r>
          </a:p>
        </p:txBody>
      </p:sp>
      <p:sp>
        <p:nvSpPr>
          <p:cNvPr id="96" name="矩形 95">
            <a:extLst>
              <a:ext uri="{FF2B5EF4-FFF2-40B4-BE49-F238E27FC236}">
                <a16:creationId xmlns:a16="http://schemas.microsoft.com/office/drawing/2014/main" id="{46579EA5-2B4B-4E70-8FE5-8920F2D64CB3}"/>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solidFill>
                <a:latin typeface="+mn-ea"/>
              </a:rPr>
              <a:t>研究方案</a:t>
            </a:r>
          </a:p>
        </p:txBody>
      </p:sp>
      <p:sp>
        <p:nvSpPr>
          <p:cNvPr id="97" name="矩形 96">
            <a:extLst>
              <a:ext uri="{FF2B5EF4-FFF2-40B4-BE49-F238E27FC236}">
                <a16:creationId xmlns:a16="http://schemas.microsoft.com/office/drawing/2014/main" id="{CDE884CA-37B0-45E0-9361-2F9CDCF10D60}"/>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98" name="直接连接符 97">
            <a:extLst>
              <a:ext uri="{FF2B5EF4-FFF2-40B4-BE49-F238E27FC236}">
                <a16:creationId xmlns:a16="http://schemas.microsoft.com/office/drawing/2014/main" id="{90252000-0BE3-4F62-AF00-94D22131BF29}"/>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E8C0629-E50F-4758-ADAC-CB4873A10A61}"/>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C7B8A728-03FC-49DC-B074-CFFD2C81F1C4}"/>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352008C1-97D0-4C33-844B-293831E83354}"/>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2" name="图形 101" descr="文凭卷筒">
            <a:extLst>
              <a:ext uri="{FF2B5EF4-FFF2-40B4-BE49-F238E27FC236}">
                <a16:creationId xmlns:a16="http://schemas.microsoft.com/office/drawing/2014/main" id="{C27F3CB2-C62F-4426-A428-B856ECC75A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4312" y="2062824"/>
            <a:ext cx="794349" cy="794349"/>
          </a:xfrm>
          <a:prstGeom prst="rect">
            <a:avLst/>
          </a:prstGeom>
        </p:spPr>
      </p:pic>
      <p:sp>
        <p:nvSpPr>
          <p:cNvPr id="104" name="矩形 103">
            <a:extLst>
              <a:ext uri="{FF2B5EF4-FFF2-40B4-BE49-F238E27FC236}">
                <a16:creationId xmlns:a16="http://schemas.microsoft.com/office/drawing/2014/main" id="{E9917C78-9D66-44AB-B1CD-5747895FB830}"/>
              </a:ext>
            </a:extLst>
          </p:cNvPr>
          <p:cNvSpPr/>
          <p:nvPr/>
        </p:nvSpPr>
        <p:spPr>
          <a:xfrm>
            <a:off x="1686559" y="2160955"/>
            <a:ext cx="8991595" cy="461665"/>
          </a:xfrm>
          <a:prstGeom prst="rect">
            <a:avLst/>
          </a:prstGeom>
        </p:spPr>
        <p:txBody>
          <a:bodyPr wrap="square">
            <a:spAutoFit/>
          </a:bodyPr>
          <a:lstStyle/>
          <a:p>
            <a:r>
              <a:rPr lang="zh-CN" altLang="en-US" sz="2400" b="1" kern="100" dirty="0">
                <a:solidFill>
                  <a:schemeClr val="accent2"/>
                </a:solidFill>
                <a:latin typeface="Times New Roman" panose="02020603050405020304" pitchFamily="18" charset="0"/>
                <a:ea typeface="宋体" panose="02010600030101010101" pitchFamily="2" charset="-122"/>
              </a:rPr>
              <a:t>强化</a:t>
            </a:r>
            <a:r>
              <a:rPr lang="en-US" altLang="zh-CN" sz="2400" b="1" kern="100" dirty="0">
                <a:solidFill>
                  <a:schemeClr val="accent2"/>
                </a:solidFill>
                <a:latin typeface="Times New Roman" panose="02020603050405020304" pitchFamily="18" charset="0"/>
                <a:ea typeface="宋体" panose="02010600030101010101" pitchFamily="2" charset="-122"/>
              </a:rPr>
              <a:t>warm-start</a:t>
            </a:r>
            <a:r>
              <a:rPr lang="zh-CN" altLang="en-US" sz="2400" b="1" kern="100" dirty="0">
                <a:solidFill>
                  <a:schemeClr val="accent2"/>
                </a:solidFill>
                <a:latin typeface="Times New Roman" panose="02020603050405020304" pitchFamily="18" charset="0"/>
                <a:ea typeface="宋体" panose="02010600030101010101" pitchFamily="2" charset="-122"/>
              </a:rPr>
              <a:t>策略的实现</a:t>
            </a:r>
            <a:endParaRPr lang="zh-CN" altLang="en-US" sz="2400" b="1" dirty="0">
              <a:solidFill>
                <a:schemeClr val="accent2"/>
              </a:solidFill>
            </a:endParaRPr>
          </a:p>
        </p:txBody>
      </p:sp>
      <p:sp>
        <p:nvSpPr>
          <p:cNvPr id="105" name="矩形 104">
            <a:extLst>
              <a:ext uri="{FF2B5EF4-FFF2-40B4-BE49-F238E27FC236}">
                <a16:creationId xmlns:a16="http://schemas.microsoft.com/office/drawing/2014/main" id="{3CAEFFA3-B018-4341-AA4C-35B91E8F99B7}"/>
              </a:ext>
            </a:extLst>
          </p:cNvPr>
          <p:cNvSpPr/>
          <p:nvPr/>
        </p:nvSpPr>
        <p:spPr>
          <a:xfrm>
            <a:off x="1686559" y="2737611"/>
            <a:ext cx="8910320" cy="2345770"/>
          </a:xfrm>
          <a:prstGeom prst="rect">
            <a:avLst/>
          </a:prstGeom>
        </p:spPr>
        <p:txBody>
          <a:bodyPr wrap="square">
            <a:spAutoFit/>
          </a:bodyPr>
          <a:lstStyle/>
          <a:p>
            <a:pPr>
              <a:lnSpc>
                <a:spcPct val="150000"/>
              </a:lnSpc>
            </a:pPr>
            <a:r>
              <a:rPr lang="zh-CN" altLang="en-US" sz="2000" dirty="0"/>
              <a:t>本研究将在局部搜索模块中实现以下几个关键设计：</a:t>
            </a:r>
          </a:p>
          <a:p>
            <a:pPr>
              <a:lnSpc>
                <a:spcPct val="150000"/>
              </a:lnSpc>
            </a:pPr>
            <a:r>
              <a:rPr lang="zh-CN" altLang="en-US" sz="2000" dirty="0"/>
              <a:t>（</a:t>
            </a:r>
            <a:r>
              <a:rPr lang="en-US" altLang="zh-CN" sz="2000" dirty="0"/>
              <a:t>1</a:t>
            </a:r>
            <a:r>
              <a:rPr lang="zh-CN" altLang="en-US" sz="2000" dirty="0"/>
              <a:t>）局部搜索算法选择基于当代最优的</a:t>
            </a:r>
            <a:r>
              <a:rPr lang="en-US" altLang="zh-CN" sz="2000" dirty="0" err="1"/>
              <a:t>SATLike</a:t>
            </a:r>
            <a:r>
              <a:rPr lang="zh-CN" altLang="en-US" sz="2000" dirty="0"/>
              <a:t>或</a:t>
            </a:r>
            <a:r>
              <a:rPr lang="en-US" altLang="zh-CN" sz="2000" dirty="0" err="1"/>
              <a:t>BandMaxSAT</a:t>
            </a:r>
            <a:r>
              <a:rPr lang="zh-CN" altLang="en-US" sz="2000" dirty="0"/>
              <a:t>框架</a:t>
            </a:r>
            <a:endParaRPr lang="en-US" altLang="zh-CN" sz="2000" dirty="0"/>
          </a:p>
          <a:p>
            <a:pPr>
              <a:lnSpc>
                <a:spcPct val="150000"/>
              </a:lnSpc>
            </a:pPr>
            <a:r>
              <a:rPr lang="zh-CN" altLang="en-US" sz="2000" dirty="0"/>
              <a:t>（</a:t>
            </a:r>
            <a:r>
              <a:rPr lang="en-US" altLang="zh-CN" sz="2000" dirty="0"/>
              <a:t>2</a:t>
            </a:r>
            <a:r>
              <a:rPr lang="zh-CN" altLang="en-US" sz="2000" dirty="0"/>
              <a:t>）不仅仅运行一次局部搜索，而是从多个随机初始点并行</a:t>
            </a:r>
            <a:r>
              <a:rPr lang="en-US" altLang="zh-CN" sz="2000" dirty="0"/>
              <a:t>/</a:t>
            </a:r>
            <a:r>
              <a:rPr lang="zh-CN" altLang="en-US" sz="2000" dirty="0"/>
              <a:t>多次运行 </a:t>
            </a:r>
            <a:r>
              <a:rPr lang="en-US" altLang="zh-CN" sz="2000" dirty="0"/>
              <a:t>SLS</a:t>
            </a:r>
            <a:r>
              <a:rPr lang="zh-CN" altLang="en-US" sz="2000" dirty="0"/>
              <a:t>，生成一组候选解</a:t>
            </a:r>
            <a:endParaRPr lang="en-US" altLang="zh-CN" sz="2000" dirty="0"/>
          </a:p>
          <a:p>
            <a:pPr>
              <a:lnSpc>
                <a:spcPct val="150000"/>
              </a:lnSpc>
            </a:pPr>
            <a:r>
              <a:rPr lang="zh-CN" altLang="en-US" sz="2000" dirty="0"/>
              <a:t>（</a:t>
            </a:r>
            <a:r>
              <a:rPr lang="en-US" altLang="zh-CN" sz="2000" dirty="0"/>
              <a:t>3</a:t>
            </a:r>
            <a:r>
              <a:rPr lang="zh-CN" altLang="en-US" sz="2000" dirty="0"/>
              <a:t>）</a:t>
            </a:r>
            <a:r>
              <a:rPr lang="zh-CN" altLang="zh-CN" sz="2000" dirty="0"/>
              <a:t>在扰动与重启机制方面，将结合当前解的质量与搜索进展情况动态触发</a:t>
            </a:r>
            <a:r>
              <a:rPr lang="zh-CN" altLang="en-US" sz="2000" dirty="0"/>
              <a:t>。</a:t>
            </a:r>
          </a:p>
        </p:txBody>
      </p:sp>
    </p:spTree>
    <p:extLst>
      <p:ext uri="{BB962C8B-B14F-4D97-AF65-F5344CB8AC3E}">
        <p14:creationId xmlns:p14="http://schemas.microsoft.com/office/powerpoint/2010/main" val="3303052688"/>
      </p:ext>
    </p:extLst>
  </p:cSld>
  <p:clrMapOvr>
    <a:masterClrMapping/>
  </p:clrMapOvr>
  <mc:AlternateContent xmlns:mc="http://schemas.openxmlformats.org/markup-compatibility/2006" xmlns:p14="http://schemas.microsoft.com/office/powerpoint/2010/main">
    <mc:Choice Requires="p14">
      <p:transition p14:dur="0"/>
    </mc:Choice>
    <mc:Fallback xmlns="">
      <p:transition advClick="0" advTm="3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C99ADF5C-8A6D-4280-8114-C44D5CCF8E00}"/>
              </a:ext>
            </a:extLst>
          </p:cNvPr>
          <p:cNvSpPr txBox="1"/>
          <p:nvPr/>
        </p:nvSpPr>
        <p:spPr>
          <a:xfrm>
            <a:off x="1217525" y="1365094"/>
            <a:ext cx="2459328" cy="461665"/>
          </a:xfrm>
          <a:prstGeom prst="rect">
            <a:avLst/>
          </a:prstGeom>
          <a:noFill/>
        </p:spPr>
        <p:txBody>
          <a:bodyPr wrap="none" rtlCol="0">
            <a:noAutofit/>
          </a:bodyPr>
          <a:lstStyle/>
          <a:p>
            <a:r>
              <a:rPr lang="zh-CN" altLang="en-US" sz="2400" b="1" dirty="0">
                <a:solidFill>
                  <a:schemeClr val="accent1"/>
                </a:solidFill>
              </a:rPr>
              <a:t>研究方案</a:t>
            </a:r>
          </a:p>
        </p:txBody>
      </p:sp>
      <p:sp>
        <p:nvSpPr>
          <p:cNvPr id="12" name="矩形 11">
            <a:extLst>
              <a:ext uri="{FF2B5EF4-FFF2-40B4-BE49-F238E27FC236}">
                <a16:creationId xmlns:a16="http://schemas.microsoft.com/office/drawing/2014/main" id="{34A8B8CD-5068-4FA6-BF18-C74D193FB53C}"/>
              </a:ext>
            </a:extLst>
          </p:cNvPr>
          <p:cNvSpPr/>
          <p:nvPr/>
        </p:nvSpPr>
        <p:spPr>
          <a:xfrm>
            <a:off x="698500"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矩形 12">
            <a:extLst>
              <a:ext uri="{FF2B5EF4-FFF2-40B4-BE49-F238E27FC236}">
                <a16:creationId xmlns:a16="http://schemas.microsoft.com/office/drawing/2014/main" id="{181D5BC5-51B2-4F0E-9F55-32A9BD9B167C}"/>
              </a:ext>
            </a:extLst>
          </p:cNvPr>
          <p:cNvSpPr/>
          <p:nvPr/>
        </p:nvSpPr>
        <p:spPr>
          <a:xfrm>
            <a:off x="880133"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93" name="矩形 92">
            <a:extLst>
              <a:ext uri="{FF2B5EF4-FFF2-40B4-BE49-F238E27FC236}">
                <a16:creationId xmlns:a16="http://schemas.microsoft.com/office/drawing/2014/main" id="{48391E57-E89C-4FFE-93D6-36E65F6B9973}"/>
              </a:ext>
            </a:extLst>
          </p:cNvPr>
          <p:cNvSpPr/>
          <p:nvPr/>
        </p:nvSpPr>
        <p:spPr>
          <a:xfrm>
            <a:off x="1568662" y="443405"/>
            <a:ext cx="1467068" cy="400110"/>
          </a:xfrm>
          <a:prstGeom prst="rect">
            <a:avLst/>
          </a:prstGeom>
        </p:spPr>
        <p:txBody>
          <a:bodyPr wrap="none">
            <a:noAutofit/>
          </a:bodyPr>
          <a:lstStyle/>
          <a:p>
            <a:r>
              <a:rPr lang="zh-CN" altLang="en-US" sz="2000" dirty="0">
                <a:solidFill>
                  <a:schemeClr val="bg1">
                    <a:lumMod val="50000"/>
                  </a:schemeClr>
                </a:solidFill>
                <a:latin typeface="+mn-ea"/>
              </a:rPr>
              <a:t>研究课题</a:t>
            </a:r>
          </a:p>
        </p:txBody>
      </p:sp>
      <p:sp>
        <p:nvSpPr>
          <p:cNvPr id="94" name="矩形 93">
            <a:extLst>
              <a:ext uri="{FF2B5EF4-FFF2-40B4-BE49-F238E27FC236}">
                <a16:creationId xmlns:a16="http://schemas.microsoft.com/office/drawing/2014/main" id="{9AFE3D5B-0CF1-4372-8625-041FC857137F}"/>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lumMod val="50000"/>
                  </a:schemeClr>
                </a:solidFill>
                <a:latin typeface="+mn-ea"/>
              </a:rPr>
              <a:t>研究背景</a:t>
            </a:r>
          </a:p>
        </p:txBody>
      </p:sp>
      <p:sp>
        <p:nvSpPr>
          <p:cNvPr id="95" name="矩形 94">
            <a:extLst>
              <a:ext uri="{FF2B5EF4-FFF2-40B4-BE49-F238E27FC236}">
                <a16:creationId xmlns:a16="http://schemas.microsoft.com/office/drawing/2014/main" id="{ACA31CCB-457A-4BCF-BE74-7820B13261A8}"/>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lumMod val="50000"/>
                  </a:schemeClr>
                </a:solidFill>
                <a:latin typeface="+mn-ea"/>
              </a:rPr>
              <a:t>研究内容</a:t>
            </a:r>
          </a:p>
        </p:txBody>
      </p:sp>
      <p:sp>
        <p:nvSpPr>
          <p:cNvPr id="96" name="矩形 95">
            <a:extLst>
              <a:ext uri="{FF2B5EF4-FFF2-40B4-BE49-F238E27FC236}">
                <a16:creationId xmlns:a16="http://schemas.microsoft.com/office/drawing/2014/main" id="{46579EA5-2B4B-4E70-8FE5-8920F2D64CB3}"/>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solidFill>
                <a:latin typeface="+mn-ea"/>
              </a:rPr>
              <a:t>研究方案</a:t>
            </a:r>
          </a:p>
        </p:txBody>
      </p:sp>
      <p:sp>
        <p:nvSpPr>
          <p:cNvPr id="97" name="矩形 96">
            <a:extLst>
              <a:ext uri="{FF2B5EF4-FFF2-40B4-BE49-F238E27FC236}">
                <a16:creationId xmlns:a16="http://schemas.microsoft.com/office/drawing/2014/main" id="{CDE884CA-37B0-45E0-9361-2F9CDCF10D60}"/>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98" name="直接连接符 97">
            <a:extLst>
              <a:ext uri="{FF2B5EF4-FFF2-40B4-BE49-F238E27FC236}">
                <a16:creationId xmlns:a16="http://schemas.microsoft.com/office/drawing/2014/main" id="{90252000-0BE3-4F62-AF00-94D22131BF29}"/>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E8C0629-E50F-4758-ADAC-CB4873A10A61}"/>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C7B8A728-03FC-49DC-B074-CFFD2C81F1C4}"/>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352008C1-97D0-4C33-844B-293831E83354}"/>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2" name="图形 101" descr="文凭卷筒">
            <a:extLst>
              <a:ext uri="{FF2B5EF4-FFF2-40B4-BE49-F238E27FC236}">
                <a16:creationId xmlns:a16="http://schemas.microsoft.com/office/drawing/2014/main" id="{C27F3CB2-C62F-4426-A428-B856ECC75A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4312" y="2062824"/>
            <a:ext cx="794349" cy="794349"/>
          </a:xfrm>
          <a:prstGeom prst="rect">
            <a:avLst/>
          </a:prstGeom>
        </p:spPr>
      </p:pic>
      <p:sp>
        <p:nvSpPr>
          <p:cNvPr id="104" name="矩形 103">
            <a:extLst>
              <a:ext uri="{FF2B5EF4-FFF2-40B4-BE49-F238E27FC236}">
                <a16:creationId xmlns:a16="http://schemas.microsoft.com/office/drawing/2014/main" id="{E9917C78-9D66-44AB-B1CD-5747895FB830}"/>
              </a:ext>
            </a:extLst>
          </p:cNvPr>
          <p:cNvSpPr/>
          <p:nvPr/>
        </p:nvSpPr>
        <p:spPr>
          <a:xfrm>
            <a:off x="1686559" y="2160955"/>
            <a:ext cx="8991595" cy="461665"/>
          </a:xfrm>
          <a:prstGeom prst="rect">
            <a:avLst/>
          </a:prstGeom>
        </p:spPr>
        <p:txBody>
          <a:bodyPr wrap="square">
            <a:spAutoFit/>
          </a:bodyPr>
          <a:lstStyle/>
          <a:p>
            <a:r>
              <a:rPr lang="zh-CN" altLang="en-US" sz="2400" b="1" kern="100" dirty="0">
                <a:solidFill>
                  <a:schemeClr val="accent2"/>
                </a:solidFill>
                <a:latin typeface="Times New Roman" panose="02020603050405020304" pitchFamily="18" charset="0"/>
                <a:ea typeface="宋体" panose="02010600030101010101" pitchFamily="2" charset="-122"/>
              </a:rPr>
              <a:t>设计局部搜索与精确算法的双向信息流接口</a:t>
            </a:r>
            <a:endParaRPr lang="zh-CN" altLang="en-US" sz="2400" b="1" dirty="0">
              <a:solidFill>
                <a:schemeClr val="accent2"/>
              </a:solidFill>
            </a:endParaRPr>
          </a:p>
        </p:txBody>
      </p:sp>
      <p:sp>
        <p:nvSpPr>
          <p:cNvPr id="105" name="矩形 104">
            <a:extLst>
              <a:ext uri="{FF2B5EF4-FFF2-40B4-BE49-F238E27FC236}">
                <a16:creationId xmlns:a16="http://schemas.microsoft.com/office/drawing/2014/main" id="{3CAEFFA3-B018-4341-AA4C-35B91E8F99B7}"/>
              </a:ext>
            </a:extLst>
          </p:cNvPr>
          <p:cNvSpPr/>
          <p:nvPr/>
        </p:nvSpPr>
        <p:spPr>
          <a:xfrm>
            <a:off x="1686559" y="2737611"/>
            <a:ext cx="8910320" cy="3269100"/>
          </a:xfrm>
          <a:prstGeom prst="rect">
            <a:avLst/>
          </a:prstGeom>
        </p:spPr>
        <p:txBody>
          <a:bodyPr wrap="square">
            <a:spAutoFit/>
          </a:bodyPr>
          <a:lstStyle/>
          <a:p>
            <a:pPr>
              <a:lnSpc>
                <a:spcPct val="150000"/>
              </a:lnSpc>
            </a:pPr>
            <a:r>
              <a:rPr lang="zh-CN" altLang="en-US" sz="2000" dirty="0"/>
              <a:t>本研究将在系统架构中设置一个协调器模块，具体包括：</a:t>
            </a:r>
            <a:endParaRPr lang="en-US" altLang="zh-CN" sz="2000" dirty="0"/>
          </a:p>
          <a:p>
            <a:pPr>
              <a:lnSpc>
                <a:spcPct val="150000"/>
              </a:lnSpc>
            </a:pPr>
            <a:r>
              <a:rPr lang="zh-CN" altLang="en-US" sz="2000" dirty="0"/>
              <a:t>（</a:t>
            </a:r>
            <a:r>
              <a:rPr lang="en-US" altLang="zh-CN" sz="2000" dirty="0"/>
              <a:t>1</a:t>
            </a:r>
            <a:r>
              <a:rPr lang="zh-CN" altLang="en-US" sz="2000" dirty="0"/>
              <a:t>）在精确算法到局部搜索的反馈方面，当核心引导模块在若干次迭代中产生新的可行解时，协调器将对这些解按照质量进行筛选，剔除冗余解与过度相似的解，仅保留能够为局部搜索提供不同搜索视角的候选解</a:t>
            </a:r>
            <a:endParaRPr lang="en-US" altLang="zh-CN" sz="2000" dirty="0"/>
          </a:p>
          <a:p>
            <a:pPr>
              <a:lnSpc>
                <a:spcPct val="150000"/>
              </a:lnSpc>
            </a:pPr>
            <a:r>
              <a:rPr lang="zh-CN" altLang="en-US" sz="2000" dirty="0"/>
              <a:t>（</a:t>
            </a:r>
            <a:r>
              <a:rPr lang="en-US" altLang="zh-CN" sz="2000" dirty="0"/>
              <a:t>2</a:t>
            </a:r>
            <a:r>
              <a:rPr lang="zh-CN" altLang="en-US" sz="2000" dirty="0"/>
              <a:t>）在局部搜索到精确算法的反馈方面，当局部搜索找到更优的上界解时，协调器将其传递至核心引导模块，用于替代旧的</a:t>
            </a:r>
            <a:r>
              <a:rPr lang="en-US" altLang="zh-CN" sz="2000" dirty="0"/>
              <a:t>UB</a:t>
            </a:r>
            <a:r>
              <a:rPr lang="zh-CN" altLang="en-US" sz="2000" dirty="0"/>
              <a:t>，从而缩小上下界之间的差距，减少迭代次数</a:t>
            </a:r>
          </a:p>
        </p:txBody>
      </p:sp>
    </p:spTree>
    <p:extLst>
      <p:ext uri="{BB962C8B-B14F-4D97-AF65-F5344CB8AC3E}">
        <p14:creationId xmlns:p14="http://schemas.microsoft.com/office/powerpoint/2010/main" val="513247348"/>
      </p:ext>
    </p:extLst>
  </p:cSld>
  <p:clrMapOvr>
    <a:masterClrMapping/>
  </p:clrMapOvr>
  <mc:AlternateContent xmlns:mc="http://schemas.openxmlformats.org/markup-compatibility/2006" xmlns:p14="http://schemas.microsoft.com/office/powerpoint/2010/main">
    <mc:Choice Requires="p14">
      <p:transition p14:dur="0"/>
    </mc:Choice>
    <mc:Fallback xmlns="">
      <p:transition advClick="0"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C99ADF5C-8A6D-4280-8114-C44D5CCF8E00}"/>
              </a:ext>
            </a:extLst>
          </p:cNvPr>
          <p:cNvSpPr txBox="1"/>
          <p:nvPr/>
        </p:nvSpPr>
        <p:spPr>
          <a:xfrm>
            <a:off x="1217525" y="1365094"/>
            <a:ext cx="2459328" cy="461665"/>
          </a:xfrm>
          <a:prstGeom prst="rect">
            <a:avLst/>
          </a:prstGeom>
          <a:noFill/>
        </p:spPr>
        <p:txBody>
          <a:bodyPr wrap="none" rtlCol="0">
            <a:noAutofit/>
          </a:bodyPr>
          <a:lstStyle/>
          <a:p>
            <a:r>
              <a:rPr lang="zh-CN" altLang="en-US" sz="2400" b="1" dirty="0">
                <a:solidFill>
                  <a:schemeClr val="accent1"/>
                </a:solidFill>
              </a:rPr>
              <a:t>研究方案</a:t>
            </a:r>
          </a:p>
        </p:txBody>
      </p:sp>
      <p:sp>
        <p:nvSpPr>
          <p:cNvPr id="12" name="矩形 11">
            <a:extLst>
              <a:ext uri="{FF2B5EF4-FFF2-40B4-BE49-F238E27FC236}">
                <a16:creationId xmlns:a16="http://schemas.microsoft.com/office/drawing/2014/main" id="{34A8B8CD-5068-4FA6-BF18-C74D193FB53C}"/>
              </a:ext>
            </a:extLst>
          </p:cNvPr>
          <p:cNvSpPr/>
          <p:nvPr/>
        </p:nvSpPr>
        <p:spPr>
          <a:xfrm>
            <a:off x="698500"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矩形 12">
            <a:extLst>
              <a:ext uri="{FF2B5EF4-FFF2-40B4-BE49-F238E27FC236}">
                <a16:creationId xmlns:a16="http://schemas.microsoft.com/office/drawing/2014/main" id="{181D5BC5-51B2-4F0E-9F55-32A9BD9B167C}"/>
              </a:ext>
            </a:extLst>
          </p:cNvPr>
          <p:cNvSpPr/>
          <p:nvPr/>
        </p:nvSpPr>
        <p:spPr>
          <a:xfrm>
            <a:off x="880133"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93" name="矩形 92">
            <a:extLst>
              <a:ext uri="{FF2B5EF4-FFF2-40B4-BE49-F238E27FC236}">
                <a16:creationId xmlns:a16="http://schemas.microsoft.com/office/drawing/2014/main" id="{48391E57-E89C-4FFE-93D6-36E65F6B9973}"/>
              </a:ext>
            </a:extLst>
          </p:cNvPr>
          <p:cNvSpPr/>
          <p:nvPr/>
        </p:nvSpPr>
        <p:spPr>
          <a:xfrm>
            <a:off x="1568662" y="443405"/>
            <a:ext cx="1467068" cy="400110"/>
          </a:xfrm>
          <a:prstGeom prst="rect">
            <a:avLst/>
          </a:prstGeom>
        </p:spPr>
        <p:txBody>
          <a:bodyPr wrap="none">
            <a:noAutofit/>
          </a:bodyPr>
          <a:lstStyle/>
          <a:p>
            <a:r>
              <a:rPr lang="zh-CN" altLang="en-US" sz="2000" dirty="0">
                <a:solidFill>
                  <a:schemeClr val="bg1">
                    <a:lumMod val="50000"/>
                  </a:schemeClr>
                </a:solidFill>
                <a:latin typeface="+mn-ea"/>
              </a:rPr>
              <a:t>研究课题</a:t>
            </a:r>
          </a:p>
        </p:txBody>
      </p:sp>
      <p:sp>
        <p:nvSpPr>
          <p:cNvPr id="94" name="矩形 93">
            <a:extLst>
              <a:ext uri="{FF2B5EF4-FFF2-40B4-BE49-F238E27FC236}">
                <a16:creationId xmlns:a16="http://schemas.microsoft.com/office/drawing/2014/main" id="{9AFE3D5B-0CF1-4372-8625-041FC857137F}"/>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lumMod val="50000"/>
                  </a:schemeClr>
                </a:solidFill>
                <a:latin typeface="+mn-ea"/>
              </a:rPr>
              <a:t>研究背景</a:t>
            </a:r>
          </a:p>
        </p:txBody>
      </p:sp>
      <p:sp>
        <p:nvSpPr>
          <p:cNvPr id="95" name="矩形 94">
            <a:extLst>
              <a:ext uri="{FF2B5EF4-FFF2-40B4-BE49-F238E27FC236}">
                <a16:creationId xmlns:a16="http://schemas.microsoft.com/office/drawing/2014/main" id="{ACA31CCB-457A-4BCF-BE74-7820B13261A8}"/>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lumMod val="50000"/>
                  </a:schemeClr>
                </a:solidFill>
                <a:latin typeface="+mn-ea"/>
              </a:rPr>
              <a:t>研究内容</a:t>
            </a:r>
          </a:p>
        </p:txBody>
      </p:sp>
      <p:sp>
        <p:nvSpPr>
          <p:cNvPr id="96" name="矩形 95">
            <a:extLst>
              <a:ext uri="{FF2B5EF4-FFF2-40B4-BE49-F238E27FC236}">
                <a16:creationId xmlns:a16="http://schemas.microsoft.com/office/drawing/2014/main" id="{46579EA5-2B4B-4E70-8FE5-8920F2D64CB3}"/>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solidFill>
                <a:latin typeface="+mn-ea"/>
              </a:rPr>
              <a:t>研究方案</a:t>
            </a:r>
          </a:p>
        </p:txBody>
      </p:sp>
      <p:sp>
        <p:nvSpPr>
          <p:cNvPr id="97" name="矩形 96">
            <a:extLst>
              <a:ext uri="{FF2B5EF4-FFF2-40B4-BE49-F238E27FC236}">
                <a16:creationId xmlns:a16="http://schemas.microsoft.com/office/drawing/2014/main" id="{CDE884CA-37B0-45E0-9361-2F9CDCF10D60}"/>
              </a:ext>
            </a:extLst>
          </p:cNvPr>
          <p:cNvSpPr/>
          <p:nvPr/>
        </p:nvSpPr>
        <p:spPr>
          <a:xfrm>
            <a:off x="9322960" y="446190"/>
            <a:ext cx="697627" cy="400110"/>
          </a:xfrm>
          <a:prstGeom prst="rect">
            <a:avLst/>
          </a:prstGeom>
        </p:spPr>
        <p:txBody>
          <a:bodyPr wrap="none">
            <a:noAutofit/>
          </a:bodyPr>
          <a:lstStyle/>
          <a:p>
            <a:r>
              <a:rPr lang="zh-CN" altLang="en-US" sz="2000" dirty="0">
                <a:solidFill>
                  <a:schemeClr val="bg1">
                    <a:lumMod val="50000"/>
                  </a:schemeClr>
                </a:solidFill>
                <a:latin typeface="+mn-ea"/>
              </a:rPr>
              <a:t>总体计划</a:t>
            </a:r>
          </a:p>
        </p:txBody>
      </p:sp>
      <p:cxnSp>
        <p:nvCxnSpPr>
          <p:cNvPr id="98" name="直接连接符 97">
            <a:extLst>
              <a:ext uri="{FF2B5EF4-FFF2-40B4-BE49-F238E27FC236}">
                <a16:creationId xmlns:a16="http://schemas.microsoft.com/office/drawing/2014/main" id="{90252000-0BE3-4F62-AF00-94D22131BF29}"/>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E8C0629-E50F-4758-ADAC-CB4873A10A61}"/>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C7B8A728-03FC-49DC-B074-CFFD2C81F1C4}"/>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352008C1-97D0-4C33-844B-293831E83354}"/>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2" name="图形 101" descr="文凭卷筒">
            <a:extLst>
              <a:ext uri="{FF2B5EF4-FFF2-40B4-BE49-F238E27FC236}">
                <a16:creationId xmlns:a16="http://schemas.microsoft.com/office/drawing/2014/main" id="{C27F3CB2-C62F-4426-A428-B856ECC75A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4312" y="2062824"/>
            <a:ext cx="794349" cy="794349"/>
          </a:xfrm>
          <a:prstGeom prst="rect">
            <a:avLst/>
          </a:prstGeom>
        </p:spPr>
      </p:pic>
      <p:sp>
        <p:nvSpPr>
          <p:cNvPr id="104" name="矩形 103">
            <a:extLst>
              <a:ext uri="{FF2B5EF4-FFF2-40B4-BE49-F238E27FC236}">
                <a16:creationId xmlns:a16="http://schemas.microsoft.com/office/drawing/2014/main" id="{E9917C78-9D66-44AB-B1CD-5747895FB830}"/>
              </a:ext>
            </a:extLst>
          </p:cNvPr>
          <p:cNvSpPr/>
          <p:nvPr/>
        </p:nvSpPr>
        <p:spPr>
          <a:xfrm>
            <a:off x="1686559" y="2160955"/>
            <a:ext cx="8991595" cy="461665"/>
          </a:xfrm>
          <a:prstGeom prst="rect">
            <a:avLst/>
          </a:prstGeom>
        </p:spPr>
        <p:txBody>
          <a:bodyPr wrap="square">
            <a:spAutoFit/>
          </a:bodyPr>
          <a:lstStyle/>
          <a:p>
            <a:r>
              <a:rPr lang="zh-CN" altLang="en-US" sz="2400" b="1" kern="100" dirty="0">
                <a:solidFill>
                  <a:schemeClr val="accent2"/>
                </a:solidFill>
                <a:latin typeface="Times New Roman" panose="02020603050405020304" pitchFamily="18" charset="0"/>
                <a:ea typeface="宋体" panose="02010600030101010101" pitchFamily="2" charset="-122"/>
              </a:rPr>
              <a:t>建立动态调度与自适应触发机制</a:t>
            </a:r>
            <a:endParaRPr lang="zh-CN" altLang="en-US" sz="2400" b="1" dirty="0">
              <a:solidFill>
                <a:schemeClr val="accent2"/>
              </a:solidFill>
            </a:endParaRPr>
          </a:p>
        </p:txBody>
      </p:sp>
      <p:sp>
        <p:nvSpPr>
          <p:cNvPr id="105" name="矩形 104">
            <a:extLst>
              <a:ext uri="{FF2B5EF4-FFF2-40B4-BE49-F238E27FC236}">
                <a16:creationId xmlns:a16="http://schemas.microsoft.com/office/drawing/2014/main" id="{3CAEFFA3-B018-4341-AA4C-35B91E8F99B7}"/>
              </a:ext>
            </a:extLst>
          </p:cNvPr>
          <p:cNvSpPr/>
          <p:nvPr/>
        </p:nvSpPr>
        <p:spPr>
          <a:xfrm>
            <a:off x="1686559" y="2737611"/>
            <a:ext cx="8910320" cy="2343655"/>
          </a:xfrm>
          <a:prstGeom prst="rect">
            <a:avLst/>
          </a:prstGeom>
        </p:spPr>
        <p:txBody>
          <a:bodyPr wrap="square">
            <a:spAutoFit/>
          </a:bodyPr>
          <a:lstStyle/>
          <a:p>
            <a:pPr>
              <a:lnSpc>
                <a:spcPct val="150000"/>
              </a:lnSpc>
            </a:pPr>
            <a:r>
              <a:rPr lang="zh-CN" altLang="en-US" sz="2000" dirty="0"/>
              <a:t>本研究将设计一套基于启发式与自适应控制的动态调度机制，具体包括：</a:t>
            </a:r>
            <a:endParaRPr lang="en-US" altLang="zh-CN" sz="2000" dirty="0"/>
          </a:p>
          <a:p>
            <a:pPr>
              <a:lnSpc>
                <a:spcPct val="150000"/>
              </a:lnSpc>
            </a:pPr>
            <a:r>
              <a:rPr lang="zh-CN" altLang="en-US" sz="2000" dirty="0"/>
              <a:t>（</a:t>
            </a:r>
            <a:r>
              <a:rPr lang="en-US" altLang="zh-CN" sz="2000" dirty="0"/>
              <a:t>1</a:t>
            </a:r>
            <a:r>
              <a:rPr lang="zh-CN" altLang="en-US" sz="2000" dirty="0"/>
              <a:t>）在触发规则设计上，协调器</a:t>
            </a:r>
            <a:r>
              <a:rPr lang="zh-CN" altLang="en-US" sz="2000"/>
              <a:t>将基于各个指标</a:t>
            </a:r>
            <a:r>
              <a:rPr lang="zh-CN" altLang="en-US" sz="2000" dirty="0"/>
              <a:t>动态判断交互与切换时机。</a:t>
            </a:r>
            <a:endParaRPr lang="en-US" altLang="zh-CN" sz="2000" dirty="0"/>
          </a:p>
          <a:p>
            <a:pPr>
              <a:lnSpc>
                <a:spcPct val="150000"/>
              </a:lnSpc>
            </a:pPr>
            <a:r>
              <a:rPr lang="zh-CN" altLang="en-US" sz="2000" dirty="0"/>
              <a:t>（</a:t>
            </a:r>
            <a:r>
              <a:rPr lang="en-US" altLang="zh-CN" sz="2000" dirty="0"/>
              <a:t>2</a:t>
            </a:r>
            <a:r>
              <a:rPr lang="zh-CN" altLang="en-US" sz="2000" dirty="0"/>
              <a:t>）设计自适应控制机制，使在不同规模与结构的实例中，算法可根据历史运行数据自动调整触发频率与时间分配比例。</a:t>
            </a:r>
            <a:endParaRPr lang="en-US" altLang="zh-CN" sz="2000" dirty="0"/>
          </a:p>
          <a:p>
            <a:pPr>
              <a:lnSpc>
                <a:spcPct val="150000"/>
              </a:lnSpc>
            </a:pPr>
            <a:endParaRPr lang="zh-CN" altLang="en-US" sz="2000" dirty="0"/>
          </a:p>
        </p:txBody>
      </p:sp>
    </p:spTree>
    <p:extLst>
      <p:ext uri="{BB962C8B-B14F-4D97-AF65-F5344CB8AC3E}">
        <p14:creationId xmlns:p14="http://schemas.microsoft.com/office/powerpoint/2010/main" val="1186283421"/>
      </p:ext>
    </p:extLst>
  </p:cSld>
  <p:clrMapOvr>
    <a:masterClrMapping/>
  </p:clrMapOvr>
  <mc:AlternateContent xmlns:mc="http://schemas.openxmlformats.org/markup-compatibility/2006" xmlns:p14="http://schemas.microsoft.com/office/powerpoint/2010/main">
    <mc:Choice Requires="p14">
      <p:transition p14:dur="0"/>
    </mc:Choice>
    <mc:Fallback xmlns="">
      <p:transition advClick="0"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5B4A5D80-3A93-4BFE-A68C-6EE605F6B18A}"/>
              </a:ext>
            </a:extLst>
          </p:cNvPr>
          <p:cNvSpPr>
            <a:spLocks noGrp="1"/>
          </p:cNvSpPr>
          <p:nvPr>
            <p:ph type="body" sz="quarter" idx="10"/>
          </p:nvPr>
        </p:nvSpPr>
        <p:spPr/>
        <p:txBody>
          <a:bodyPr>
            <a:noAutofit/>
          </a:bodyPr>
          <a:lstStyle/>
          <a:p>
            <a:r>
              <a:rPr lang="en-US" altLang="zh-CN" dirty="0"/>
              <a:t>05 </a:t>
            </a:r>
            <a:r>
              <a:rPr lang="zh-CN" altLang="en-US" dirty="0"/>
              <a:t>总体计划</a:t>
            </a:r>
          </a:p>
        </p:txBody>
      </p:sp>
    </p:spTree>
    <p:extLst>
      <p:ext uri="{BB962C8B-B14F-4D97-AF65-F5344CB8AC3E}">
        <p14:creationId xmlns:p14="http://schemas.microsoft.com/office/powerpoint/2010/main" val="815099275"/>
      </p:ext>
    </p:extLst>
  </p:cSld>
  <p:clrMapOvr>
    <a:masterClrMapping/>
  </p:clrMapOvr>
  <p:transition spd="slow" advClick="0" advTm="30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C99ADF5C-8A6D-4280-8114-C44D5CCF8E00}"/>
              </a:ext>
            </a:extLst>
          </p:cNvPr>
          <p:cNvSpPr txBox="1"/>
          <p:nvPr/>
        </p:nvSpPr>
        <p:spPr>
          <a:xfrm>
            <a:off x="1217525" y="1365094"/>
            <a:ext cx="2459328" cy="461665"/>
          </a:xfrm>
          <a:prstGeom prst="rect">
            <a:avLst/>
          </a:prstGeom>
          <a:noFill/>
        </p:spPr>
        <p:txBody>
          <a:bodyPr wrap="none" rtlCol="0">
            <a:noAutofit/>
          </a:bodyPr>
          <a:lstStyle/>
          <a:p>
            <a:r>
              <a:rPr lang="zh-CN" altLang="en-US" sz="2400" b="1" dirty="0">
                <a:solidFill>
                  <a:schemeClr val="accent1"/>
                </a:solidFill>
              </a:rPr>
              <a:t>总体计划</a:t>
            </a:r>
          </a:p>
        </p:txBody>
      </p:sp>
      <p:sp>
        <p:nvSpPr>
          <p:cNvPr id="12" name="矩形 11">
            <a:extLst>
              <a:ext uri="{FF2B5EF4-FFF2-40B4-BE49-F238E27FC236}">
                <a16:creationId xmlns:a16="http://schemas.microsoft.com/office/drawing/2014/main" id="{34A8B8CD-5068-4FA6-BF18-C74D193FB53C}"/>
              </a:ext>
            </a:extLst>
          </p:cNvPr>
          <p:cNvSpPr/>
          <p:nvPr/>
        </p:nvSpPr>
        <p:spPr>
          <a:xfrm>
            <a:off x="698500"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矩形 12">
            <a:extLst>
              <a:ext uri="{FF2B5EF4-FFF2-40B4-BE49-F238E27FC236}">
                <a16:creationId xmlns:a16="http://schemas.microsoft.com/office/drawing/2014/main" id="{181D5BC5-51B2-4F0E-9F55-32A9BD9B167C}"/>
              </a:ext>
            </a:extLst>
          </p:cNvPr>
          <p:cNvSpPr/>
          <p:nvPr/>
        </p:nvSpPr>
        <p:spPr>
          <a:xfrm>
            <a:off x="880133"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7" name="箭头: 五边形 16">
            <a:extLst>
              <a:ext uri="{FF2B5EF4-FFF2-40B4-BE49-F238E27FC236}">
                <a16:creationId xmlns:a16="http://schemas.microsoft.com/office/drawing/2014/main" id="{FC44A4A6-A17B-458C-944C-5E33E5180D6F}"/>
              </a:ext>
            </a:extLst>
          </p:cNvPr>
          <p:cNvSpPr/>
          <p:nvPr/>
        </p:nvSpPr>
        <p:spPr>
          <a:xfrm rot="5400000">
            <a:off x="6987557" y="4741055"/>
            <a:ext cx="960699" cy="910966"/>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8" name="箭头: 五边形 17">
            <a:extLst>
              <a:ext uri="{FF2B5EF4-FFF2-40B4-BE49-F238E27FC236}">
                <a16:creationId xmlns:a16="http://schemas.microsoft.com/office/drawing/2014/main" id="{258AFDE9-2A57-46BB-B1D3-B0F1FDCD9AD4}"/>
              </a:ext>
            </a:extLst>
          </p:cNvPr>
          <p:cNvSpPr/>
          <p:nvPr/>
        </p:nvSpPr>
        <p:spPr>
          <a:xfrm rot="5400000">
            <a:off x="9719379" y="4741056"/>
            <a:ext cx="960699" cy="910966"/>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9" name="箭头: 五边形 18">
            <a:extLst>
              <a:ext uri="{FF2B5EF4-FFF2-40B4-BE49-F238E27FC236}">
                <a16:creationId xmlns:a16="http://schemas.microsoft.com/office/drawing/2014/main" id="{B0203824-C1FA-4090-94B8-3CF224C7501F}"/>
              </a:ext>
            </a:extLst>
          </p:cNvPr>
          <p:cNvSpPr/>
          <p:nvPr/>
        </p:nvSpPr>
        <p:spPr>
          <a:xfrm rot="5400000">
            <a:off x="4247788" y="4741054"/>
            <a:ext cx="960699" cy="910966"/>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0" name="箭头: 五边形 19">
            <a:extLst>
              <a:ext uri="{FF2B5EF4-FFF2-40B4-BE49-F238E27FC236}">
                <a16:creationId xmlns:a16="http://schemas.microsoft.com/office/drawing/2014/main" id="{D65089E4-9BCC-4898-854B-1FAB61F6A87F}"/>
              </a:ext>
            </a:extLst>
          </p:cNvPr>
          <p:cNvSpPr/>
          <p:nvPr/>
        </p:nvSpPr>
        <p:spPr>
          <a:xfrm rot="5400000">
            <a:off x="1514627" y="4741054"/>
            <a:ext cx="960699" cy="910966"/>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1" name="矩形: 圆角 20">
            <a:extLst>
              <a:ext uri="{FF2B5EF4-FFF2-40B4-BE49-F238E27FC236}">
                <a16:creationId xmlns:a16="http://schemas.microsoft.com/office/drawing/2014/main" id="{3DC0BE99-02F6-4642-8C5C-9798636AB88A}"/>
              </a:ext>
            </a:extLst>
          </p:cNvPr>
          <p:cNvSpPr/>
          <p:nvPr/>
        </p:nvSpPr>
        <p:spPr>
          <a:xfrm>
            <a:off x="716977" y="2091640"/>
            <a:ext cx="2556000" cy="3401266"/>
          </a:xfrm>
          <a:prstGeom prst="roundRect">
            <a:avLst>
              <a:gd name="adj" fmla="val 713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2" name="矩形: 圆角 21">
            <a:extLst>
              <a:ext uri="{FF2B5EF4-FFF2-40B4-BE49-F238E27FC236}">
                <a16:creationId xmlns:a16="http://schemas.microsoft.com/office/drawing/2014/main" id="{2ABB02E7-ABE8-4B9A-931C-2C7C03D16A1F}"/>
              </a:ext>
            </a:extLst>
          </p:cNvPr>
          <p:cNvSpPr/>
          <p:nvPr/>
        </p:nvSpPr>
        <p:spPr>
          <a:xfrm>
            <a:off x="716977" y="4591772"/>
            <a:ext cx="2556000" cy="901134"/>
          </a:xfrm>
          <a:prstGeom prst="roundRect">
            <a:avLst>
              <a:gd name="adj" fmla="val 713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3" name="矩形: 圆角 22">
            <a:extLst>
              <a:ext uri="{FF2B5EF4-FFF2-40B4-BE49-F238E27FC236}">
                <a16:creationId xmlns:a16="http://schemas.microsoft.com/office/drawing/2014/main" id="{5630FC9A-E559-4335-B9D1-AF62469381E9}"/>
              </a:ext>
            </a:extLst>
          </p:cNvPr>
          <p:cNvSpPr/>
          <p:nvPr/>
        </p:nvSpPr>
        <p:spPr>
          <a:xfrm>
            <a:off x="3450138" y="2091640"/>
            <a:ext cx="2556000" cy="3401266"/>
          </a:xfrm>
          <a:prstGeom prst="roundRect">
            <a:avLst>
              <a:gd name="adj" fmla="val 713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4" name="矩形: 圆角 23">
            <a:extLst>
              <a:ext uri="{FF2B5EF4-FFF2-40B4-BE49-F238E27FC236}">
                <a16:creationId xmlns:a16="http://schemas.microsoft.com/office/drawing/2014/main" id="{CA62A492-C2CA-4911-A388-C35F055D404E}"/>
              </a:ext>
            </a:extLst>
          </p:cNvPr>
          <p:cNvSpPr/>
          <p:nvPr/>
        </p:nvSpPr>
        <p:spPr>
          <a:xfrm>
            <a:off x="3450138" y="4591772"/>
            <a:ext cx="2556000" cy="901134"/>
          </a:xfrm>
          <a:prstGeom prst="roundRect">
            <a:avLst>
              <a:gd name="adj" fmla="val 713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5" name="矩形: 圆角 24">
            <a:extLst>
              <a:ext uri="{FF2B5EF4-FFF2-40B4-BE49-F238E27FC236}">
                <a16:creationId xmlns:a16="http://schemas.microsoft.com/office/drawing/2014/main" id="{7E0592A9-530B-4225-8910-53D8E189797E}"/>
              </a:ext>
            </a:extLst>
          </p:cNvPr>
          <p:cNvSpPr/>
          <p:nvPr/>
        </p:nvSpPr>
        <p:spPr>
          <a:xfrm>
            <a:off x="6189908" y="2091640"/>
            <a:ext cx="2556000" cy="3401266"/>
          </a:xfrm>
          <a:prstGeom prst="roundRect">
            <a:avLst>
              <a:gd name="adj" fmla="val 713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6" name="矩形: 圆角 25">
            <a:extLst>
              <a:ext uri="{FF2B5EF4-FFF2-40B4-BE49-F238E27FC236}">
                <a16:creationId xmlns:a16="http://schemas.microsoft.com/office/drawing/2014/main" id="{F61784D2-D006-4FCA-9383-569C89FB8F41}"/>
              </a:ext>
            </a:extLst>
          </p:cNvPr>
          <p:cNvSpPr/>
          <p:nvPr/>
        </p:nvSpPr>
        <p:spPr>
          <a:xfrm>
            <a:off x="6189908" y="4591772"/>
            <a:ext cx="2556000" cy="901134"/>
          </a:xfrm>
          <a:prstGeom prst="roundRect">
            <a:avLst>
              <a:gd name="adj" fmla="val 713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7" name="矩形: 圆角 26">
            <a:extLst>
              <a:ext uri="{FF2B5EF4-FFF2-40B4-BE49-F238E27FC236}">
                <a16:creationId xmlns:a16="http://schemas.microsoft.com/office/drawing/2014/main" id="{1791912B-C40C-49FA-8000-EB534FA92296}"/>
              </a:ext>
            </a:extLst>
          </p:cNvPr>
          <p:cNvSpPr/>
          <p:nvPr/>
        </p:nvSpPr>
        <p:spPr>
          <a:xfrm>
            <a:off x="8926372" y="2091640"/>
            <a:ext cx="2556000" cy="3401266"/>
          </a:xfrm>
          <a:prstGeom prst="roundRect">
            <a:avLst>
              <a:gd name="adj" fmla="val 713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8" name="矩形: 圆角 27">
            <a:extLst>
              <a:ext uri="{FF2B5EF4-FFF2-40B4-BE49-F238E27FC236}">
                <a16:creationId xmlns:a16="http://schemas.microsoft.com/office/drawing/2014/main" id="{29175C74-1686-4C5F-B847-C2421724327B}"/>
              </a:ext>
            </a:extLst>
          </p:cNvPr>
          <p:cNvSpPr/>
          <p:nvPr/>
        </p:nvSpPr>
        <p:spPr>
          <a:xfrm>
            <a:off x="8926372" y="4591772"/>
            <a:ext cx="2556000" cy="901134"/>
          </a:xfrm>
          <a:prstGeom prst="roundRect">
            <a:avLst>
              <a:gd name="adj" fmla="val 713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9" name="椭圆 28">
            <a:extLst>
              <a:ext uri="{FF2B5EF4-FFF2-40B4-BE49-F238E27FC236}">
                <a16:creationId xmlns:a16="http://schemas.microsoft.com/office/drawing/2014/main" id="{3D9D2EAB-E07A-4E82-914F-82C43136BA23}"/>
              </a:ext>
            </a:extLst>
          </p:cNvPr>
          <p:cNvSpPr/>
          <p:nvPr/>
        </p:nvSpPr>
        <p:spPr>
          <a:xfrm>
            <a:off x="1888598" y="2223498"/>
            <a:ext cx="212759" cy="21275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0" name="椭圆 29">
            <a:extLst>
              <a:ext uri="{FF2B5EF4-FFF2-40B4-BE49-F238E27FC236}">
                <a16:creationId xmlns:a16="http://schemas.microsoft.com/office/drawing/2014/main" id="{882DE175-A765-415D-BB25-732C286B1B69}"/>
              </a:ext>
            </a:extLst>
          </p:cNvPr>
          <p:cNvSpPr/>
          <p:nvPr/>
        </p:nvSpPr>
        <p:spPr>
          <a:xfrm>
            <a:off x="4625064" y="2223498"/>
            <a:ext cx="212759" cy="21275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1" name="椭圆 30">
            <a:extLst>
              <a:ext uri="{FF2B5EF4-FFF2-40B4-BE49-F238E27FC236}">
                <a16:creationId xmlns:a16="http://schemas.microsoft.com/office/drawing/2014/main" id="{8774A1B4-15CD-4A02-BAE1-8D51E1A74B65}"/>
              </a:ext>
            </a:extLst>
          </p:cNvPr>
          <p:cNvSpPr/>
          <p:nvPr/>
        </p:nvSpPr>
        <p:spPr>
          <a:xfrm>
            <a:off x="7361530" y="2223498"/>
            <a:ext cx="212759" cy="21275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2" name="椭圆 31">
            <a:extLst>
              <a:ext uri="{FF2B5EF4-FFF2-40B4-BE49-F238E27FC236}">
                <a16:creationId xmlns:a16="http://schemas.microsoft.com/office/drawing/2014/main" id="{C7C754CC-DCBA-4D0B-AFA5-6C307F64A43E}"/>
              </a:ext>
            </a:extLst>
          </p:cNvPr>
          <p:cNvSpPr/>
          <p:nvPr/>
        </p:nvSpPr>
        <p:spPr>
          <a:xfrm>
            <a:off x="10090643" y="2223498"/>
            <a:ext cx="212759" cy="21275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3" name="矩形 32">
            <a:extLst>
              <a:ext uri="{FF2B5EF4-FFF2-40B4-BE49-F238E27FC236}">
                <a16:creationId xmlns:a16="http://schemas.microsoft.com/office/drawing/2014/main" id="{4BBA0D86-C361-4940-A9A2-C12909CDEAE2}"/>
              </a:ext>
            </a:extLst>
          </p:cNvPr>
          <p:cNvSpPr/>
          <p:nvPr/>
        </p:nvSpPr>
        <p:spPr>
          <a:xfrm>
            <a:off x="695325" y="5835149"/>
            <a:ext cx="10801350" cy="54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4" name="椭圆 33">
            <a:extLst>
              <a:ext uri="{FF2B5EF4-FFF2-40B4-BE49-F238E27FC236}">
                <a16:creationId xmlns:a16="http://schemas.microsoft.com/office/drawing/2014/main" id="{25F96A90-A602-4521-B474-35006DAA60BB}"/>
              </a:ext>
            </a:extLst>
          </p:cNvPr>
          <p:cNvSpPr/>
          <p:nvPr/>
        </p:nvSpPr>
        <p:spPr>
          <a:xfrm>
            <a:off x="1888598" y="5728769"/>
            <a:ext cx="212759" cy="21275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5" name="椭圆 34">
            <a:extLst>
              <a:ext uri="{FF2B5EF4-FFF2-40B4-BE49-F238E27FC236}">
                <a16:creationId xmlns:a16="http://schemas.microsoft.com/office/drawing/2014/main" id="{281C92F4-9174-411E-99A9-0B7E67A62D39}"/>
              </a:ext>
            </a:extLst>
          </p:cNvPr>
          <p:cNvSpPr/>
          <p:nvPr/>
        </p:nvSpPr>
        <p:spPr>
          <a:xfrm>
            <a:off x="4625063" y="5728769"/>
            <a:ext cx="212759" cy="21275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6" name="椭圆 35">
            <a:extLst>
              <a:ext uri="{FF2B5EF4-FFF2-40B4-BE49-F238E27FC236}">
                <a16:creationId xmlns:a16="http://schemas.microsoft.com/office/drawing/2014/main" id="{D8ADA81F-D71D-4899-9885-3D568195E6A2}"/>
              </a:ext>
            </a:extLst>
          </p:cNvPr>
          <p:cNvSpPr/>
          <p:nvPr/>
        </p:nvSpPr>
        <p:spPr>
          <a:xfrm>
            <a:off x="7361528" y="5728769"/>
            <a:ext cx="212759" cy="21275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7" name="椭圆 36">
            <a:extLst>
              <a:ext uri="{FF2B5EF4-FFF2-40B4-BE49-F238E27FC236}">
                <a16:creationId xmlns:a16="http://schemas.microsoft.com/office/drawing/2014/main" id="{25DBE71C-FBEF-4C3D-8654-30B65E1AABA3}"/>
              </a:ext>
            </a:extLst>
          </p:cNvPr>
          <p:cNvSpPr/>
          <p:nvPr/>
        </p:nvSpPr>
        <p:spPr>
          <a:xfrm>
            <a:off x="10097993" y="5728769"/>
            <a:ext cx="212759" cy="21275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nvGrpSpPr>
          <p:cNvPr id="38" name="组合 37">
            <a:extLst>
              <a:ext uri="{FF2B5EF4-FFF2-40B4-BE49-F238E27FC236}">
                <a16:creationId xmlns:a16="http://schemas.microsoft.com/office/drawing/2014/main" id="{28CDD8C1-DBC8-4196-AB74-85D65B8A1851}"/>
              </a:ext>
            </a:extLst>
          </p:cNvPr>
          <p:cNvGrpSpPr/>
          <p:nvPr/>
        </p:nvGrpSpPr>
        <p:grpSpPr>
          <a:xfrm>
            <a:off x="3189089" y="5712647"/>
            <a:ext cx="436540" cy="285963"/>
            <a:chOff x="2936167" y="2944909"/>
            <a:chExt cx="436540" cy="285963"/>
          </a:xfrm>
          <a:gradFill flip="none" rotWithShape="1">
            <a:gsLst>
              <a:gs pos="0">
                <a:schemeClr val="accent1">
                  <a:lumMod val="60000"/>
                  <a:lumOff val="40000"/>
                </a:schemeClr>
              </a:gs>
              <a:gs pos="40000">
                <a:schemeClr val="accent2">
                  <a:lumMod val="75000"/>
                </a:schemeClr>
              </a:gs>
              <a:gs pos="96000">
                <a:schemeClr val="accent1">
                  <a:lumMod val="90000"/>
                  <a:lumOff val="10000"/>
                </a:schemeClr>
              </a:gs>
            </a:gsLst>
            <a:lin ang="0" scaled="1"/>
            <a:tileRect/>
          </a:gradFill>
        </p:grpSpPr>
        <p:sp>
          <p:nvSpPr>
            <p:cNvPr id="39" name="箭头: V 形 38">
              <a:extLst>
                <a:ext uri="{FF2B5EF4-FFF2-40B4-BE49-F238E27FC236}">
                  <a16:creationId xmlns:a16="http://schemas.microsoft.com/office/drawing/2014/main" id="{36EA669C-CF15-4974-AD17-4405C0DC5C5E}"/>
                </a:ext>
              </a:extLst>
            </p:cNvPr>
            <p:cNvSpPr/>
            <p:nvPr/>
          </p:nvSpPr>
          <p:spPr>
            <a:xfrm>
              <a:off x="3122862" y="2944909"/>
              <a:ext cx="249845" cy="285963"/>
            </a:xfrm>
            <a:prstGeom prst="chevron">
              <a:avLst>
                <a:gd name="adj" fmla="val 482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sp>
          <p:nvSpPr>
            <p:cNvPr id="40" name="箭头: V 形 39">
              <a:extLst>
                <a:ext uri="{FF2B5EF4-FFF2-40B4-BE49-F238E27FC236}">
                  <a16:creationId xmlns:a16="http://schemas.microsoft.com/office/drawing/2014/main" id="{16EA434F-C767-43FE-AD8C-3DA123056734}"/>
                </a:ext>
              </a:extLst>
            </p:cNvPr>
            <p:cNvSpPr/>
            <p:nvPr/>
          </p:nvSpPr>
          <p:spPr>
            <a:xfrm>
              <a:off x="3047968" y="3002478"/>
              <a:ext cx="149248" cy="170824"/>
            </a:xfrm>
            <a:prstGeom prst="chevron">
              <a:avLst>
                <a:gd name="adj" fmla="val 482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sp>
          <p:nvSpPr>
            <p:cNvPr id="41" name="箭头: V 形 40">
              <a:extLst>
                <a:ext uri="{FF2B5EF4-FFF2-40B4-BE49-F238E27FC236}">
                  <a16:creationId xmlns:a16="http://schemas.microsoft.com/office/drawing/2014/main" id="{746577DC-B741-4A4B-BDF6-F03FA161FFC9}"/>
                </a:ext>
              </a:extLst>
            </p:cNvPr>
            <p:cNvSpPr/>
            <p:nvPr/>
          </p:nvSpPr>
          <p:spPr>
            <a:xfrm>
              <a:off x="2936167" y="3002478"/>
              <a:ext cx="149248" cy="170824"/>
            </a:xfrm>
            <a:prstGeom prst="chevron">
              <a:avLst>
                <a:gd name="adj" fmla="val 482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BB9ABF79-CF00-408C-B40F-0EEA70B4A6A6}"/>
              </a:ext>
            </a:extLst>
          </p:cNvPr>
          <p:cNvGrpSpPr/>
          <p:nvPr/>
        </p:nvGrpSpPr>
        <p:grpSpPr>
          <a:xfrm>
            <a:off x="5877730" y="5712647"/>
            <a:ext cx="436540" cy="285963"/>
            <a:chOff x="2936167" y="2944909"/>
            <a:chExt cx="436540" cy="285963"/>
          </a:xfrm>
          <a:gradFill flip="none" rotWithShape="1">
            <a:gsLst>
              <a:gs pos="0">
                <a:schemeClr val="accent1">
                  <a:lumMod val="60000"/>
                  <a:lumOff val="40000"/>
                </a:schemeClr>
              </a:gs>
              <a:gs pos="40000">
                <a:schemeClr val="accent2">
                  <a:lumMod val="75000"/>
                </a:schemeClr>
              </a:gs>
              <a:gs pos="96000">
                <a:schemeClr val="accent1">
                  <a:lumMod val="90000"/>
                  <a:lumOff val="10000"/>
                </a:schemeClr>
              </a:gs>
            </a:gsLst>
            <a:lin ang="0" scaled="1"/>
            <a:tileRect/>
          </a:gradFill>
        </p:grpSpPr>
        <p:sp>
          <p:nvSpPr>
            <p:cNvPr id="43" name="箭头: V 形 42">
              <a:extLst>
                <a:ext uri="{FF2B5EF4-FFF2-40B4-BE49-F238E27FC236}">
                  <a16:creationId xmlns:a16="http://schemas.microsoft.com/office/drawing/2014/main" id="{2D888325-23B7-42FE-8C5E-0BECFFE0EAB5}"/>
                </a:ext>
              </a:extLst>
            </p:cNvPr>
            <p:cNvSpPr/>
            <p:nvPr/>
          </p:nvSpPr>
          <p:spPr>
            <a:xfrm>
              <a:off x="3122862" y="2944909"/>
              <a:ext cx="249845" cy="285963"/>
            </a:xfrm>
            <a:prstGeom prst="chevron">
              <a:avLst>
                <a:gd name="adj" fmla="val 482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sp>
          <p:nvSpPr>
            <p:cNvPr id="44" name="箭头: V 形 43">
              <a:extLst>
                <a:ext uri="{FF2B5EF4-FFF2-40B4-BE49-F238E27FC236}">
                  <a16:creationId xmlns:a16="http://schemas.microsoft.com/office/drawing/2014/main" id="{1194AE62-FFCF-4784-9160-46962134BDEC}"/>
                </a:ext>
              </a:extLst>
            </p:cNvPr>
            <p:cNvSpPr/>
            <p:nvPr/>
          </p:nvSpPr>
          <p:spPr>
            <a:xfrm>
              <a:off x="3047968" y="3002478"/>
              <a:ext cx="149248" cy="170824"/>
            </a:xfrm>
            <a:prstGeom prst="chevron">
              <a:avLst>
                <a:gd name="adj" fmla="val 482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sp>
          <p:nvSpPr>
            <p:cNvPr id="45" name="箭头: V 形 44">
              <a:extLst>
                <a:ext uri="{FF2B5EF4-FFF2-40B4-BE49-F238E27FC236}">
                  <a16:creationId xmlns:a16="http://schemas.microsoft.com/office/drawing/2014/main" id="{2333C014-CD00-4351-AE3D-FD9432E2741C}"/>
                </a:ext>
              </a:extLst>
            </p:cNvPr>
            <p:cNvSpPr/>
            <p:nvPr/>
          </p:nvSpPr>
          <p:spPr>
            <a:xfrm>
              <a:off x="2936167" y="3002478"/>
              <a:ext cx="149248" cy="170824"/>
            </a:xfrm>
            <a:prstGeom prst="chevron">
              <a:avLst>
                <a:gd name="adj" fmla="val 482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grpSp>
      <p:grpSp>
        <p:nvGrpSpPr>
          <p:cNvPr id="46" name="组合 45">
            <a:extLst>
              <a:ext uri="{FF2B5EF4-FFF2-40B4-BE49-F238E27FC236}">
                <a16:creationId xmlns:a16="http://schemas.microsoft.com/office/drawing/2014/main" id="{82599198-F2B3-47AC-824E-1A5223CB1C3E}"/>
              </a:ext>
            </a:extLst>
          </p:cNvPr>
          <p:cNvGrpSpPr/>
          <p:nvPr/>
        </p:nvGrpSpPr>
        <p:grpSpPr>
          <a:xfrm>
            <a:off x="8533607" y="5712647"/>
            <a:ext cx="436540" cy="285963"/>
            <a:chOff x="2936167" y="2944909"/>
            <a:chExt cx="436540" cy="285963"/>
          </a:xfrm>
          <a:gradFill flip="none" rotWithShape="1">
            <a:gsLst>
              <a:gs pos="0">
                <a:schemeClr val="accent1">
                  <a:lumMod val="60000"/>
                  <a:lumOff val="40000"/>
                </a:schemeClr>
              </a:gs>
              <a:gs pos="40000">
                <a:schemeClr val="accent2">
                  <a:lumMod val="75000"/>
                </a:schemeClr>
              </a:gs>
              <a:gs pos="96000">
                <a:schemeClr val="accent1">
                  <a:lumMod val="90000"/>
                  <a:lumOff val="10000"/>
                </a:schemeClr>
              </a:gs>
            </a:gsLst>
            <a:lin ang="0" scaled="1"/>
            <a:tileRect/>
          </a:gradFill>
        </p:grpSpPr>
        <p:sp>
          <p:nvSpPr>
            <p:cNvPr id="47" name="箭头: V 形 46">
              <a:extLst>
                <a:ext uri="{FF2B5EF4-FFF2-40B4-BE49-F238E27FC236}">
                  <a16:creationId xmlns:a16="http://schemas.microsoft.com/office/drawing/2014/main" id="{5D67471E-F558-4D44-903C-CD91A88AF635}"/>
                </a:ext>
              </a:extLst>
            </p:cNvPr>
            <p:cNvSpPr/>
            <p:nvPr/>
          </p:nvSpPr>
          <p:spPr>
            <a:xfrm>
              <a:off x="3122862" y="2944909"/>
              <a:ext cx="249845" cy="285963"/>
            </a:xfrm>
            <a:prstGeom prst="chevron">
              <a:avLst>
                <a:gd name="adj" fmla="val 482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sp>
          <p:nvSpPr>
            <p:cNvPr id="48" name="箭头: V 形 47">
              <a:extLst>
                <a:ext uri="{FF2B5EF4-FFF2-40B4-BE49-F238E27FC236}">
                  <a16:creationId xmlns:a16="http://schemas.microsoft.com/office/drawing/2014/main" id="{571ADBA7-F778-40F8-B403-06EC5F2B6D58}"/>
                </a:ext>
              </a:extLst>
            </p:cNvPr>
            <p:cNvSpPr/>
            <p:nvPr/>
          </p:nvSpPr>
          <p:spPr>
            <a:xfrm>
              <a:off x="3047968" y="3002478"/>
              <a:ext cx="149248" cy="170824"/>
            </a:xfrm>
            <a:prstGeom prst="chevron">
              <a:avLst>
                <a:gd name="adj" fmla="val 482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sp>
          <p:nvSpPr>
            <p:cNvPr id="49" name="箭头: V 形 48">
              <a:extLst>
                <a:ext uri="{FF2B5EF4-FFF2-40B4-BE49-F238E27FC236}">
                  <a16:creationId xmlns:a16="http://schemas.microsoft.com/office/drawing/2014/main" id="{97FCAA37-E731-414A-914D-2E184BE7ED70}"/>
                </a:ext>
              </a:extLst>
            </p:cNvPr>
            <p:cNvSpPr/>
            <p:nvPr/>
          </p:nvSpPr>
          <p:spPr>
            <a:xfrm>
              <a:off x="2936167" y="3002478"/>
              <a:ext cx="149248" cy="170824"/>
            </a:xfrm>
            <a:prstGeom prst="chevron">
              <a:avLst>
                <a:gd name="adj" fmla="val 482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solidFill>
              </a:endParaRPr>
            </a:p>
          </p:txBody>
        </p:sp>
      </p:grpSp>
      <p:sp>
        <p:nvSpPr>
          <p:cNvPr id="50" name="文本框 49">
            <a:extLst>
              <a:ext uri="{FF2B5EF4-FFF2-40B4-BE49-F238E27FC236}">
                <a16:creationId xmlns:a16="http://schemas.microsoft.com/office/drawing/2014/main" id="{DBC3EA18-A432-4912-AC3A-9A69B92927BF}"/>
              </a:ext>
            </a:extLst>
          </p:cNvPr>
          <p:cNvSpPr txBox="1"/>
          <p:nvPr/>
        </p:nvSpPr>
        <p:spPr>
          <a:xfrm>
            <a:off x="918711" y="4910061"/>
            <a:ext cx="2253418" cy="461665"/>
          </a:xfrm>
          <a:prstGeom prst="rect">
            <a:avLst/>
          </a:prstGeom>
          <a:noFill/>
        </p:spPr>
        <p:txBody>
          <a:bodyPr wrap="square" rtlCol="0">
            <a:noAutofit/>
          </a:bodyPr>
          <a:lstStyle/>
          <a:p>
            <a:r>
              <a:rPr lang="en-US" altLang="zh-CN" sz="2400" b="1" dirty="0">
                <a:solidFill>
                  <a:schemeClr val="bg1"/>
                </a:solidFill>
                <a:latin typeface="+mn-ea"/>
                <a:cs typeface="Arial" pitchFamily="34" charset="0"/>
              </a:rPr>
              <a:t>01</a:t>
            </a:r>
            <a:r>
              <a:rPr lang="en-US" altLang="zh-CN" sz="2000" dirty="0">
                <a:solidFill>
                  <a:schemeClr val="bg1"/>
                </a:solidFill>
                <a:latin typeface="+mn-ea"/>
                <a:cs typeface="Arial" pitchFamily="34" charset="0"/>
              </a:rPr>
              <a:t> </a:t>
            </a:r>
            <a:r>
              <a:rPr lang="zh-CN" altLang="en-US" sz="2000" dirty="0">
                <a:solidFill>
                  <a:schemeClr val="bg1"/>
                </a:solidFill>
                <a:latin typeface="+mn-ea"/>
                <a:cs typeface="Arial" pitchFamily="34" charset="0"/>
              </a:rPr>
              <a:t>前期准备</a:t>
            </a:r>
            <a:endParaRPr lang="en-US" altLang="zh-CN" sz="2000" dirty="0">
              <a:solidFill>
                <a:schemeClr val="bg1"/>
              </a:solidFill>
              <a:latin typeface="+mn-ea"/>
              <a:cs typeface="Arial" pitchFamily="34" charset="0"/>
            </a:endParaRPr>
          </a:p>
        </p:txBody>
      </p:sp>
      <p:sp>
        <p:nvSpPr>
          <p:cNvPr id="51" name="文本框 50">
            <a:extLst>
              <a:ext uri="{FF2B5EF4-FFF2-40B4-BE49-F238E27FC236}">
                <a16:creationId xmlns:a16="http://schemas.microsoft.com/office/drawing/2014/main" id="{B80804B4-0727-439B-B3C0-2A1E28D6D375}"/>
              </a:ext>
            </a:extLst>
          </p:cNvPr>
          <p:cNvSpPr txBox="1"/>
          <p:nvPr/>
        </p:nvSpPr>
        <p:spPr>
          <a:xfrm>
            <a:off x="3767273" y="4918340"/>
            <a:ext cx="2371506" cy="461665"/>
          </a:xfrm>
          <a:prstGeom prst="rect">
            <a:avLst/>
          </a:prstGeom>
          <a:noFill/>
        </p:spPr>
        <p:txBody>
          <a:bodyPr wrap="square" rtlCol="0">
            <a:noAutofit/>
          </a:bodyPr>
          <a:lstStyle>
            <a:defPPr>
              <a:defRPr lang="zh-CN"/>
            </a:defPPr>
            <a:lvl1pPr>
              <a:defRPr sz="2000">
                <a:solidFill>
                  <a:srgbClr val="113E6A"/>
                </a:solidFill>
                <a:latin typeface="+mn-ea"/>
                <a:cs typeface="Arial" pitchFamily="34" charset="0"/>
              </a:defRPr>
            </a:lvl1pPr>
          </a:lstStyle>
          <a:p>
            <a:r>
              <a:rPr lang="en-US" altLang="zh-CN" sz="2400" b="1" dirty="0">
                <a:solidFill>
                  <a:schemeClr val="bg1"/>
                </a:solidFill>
              </a:rPr>
              <a:t>02</a:t>
            </a:r>
            <a:r>
              <a:rPr lang="en-US" altLang="zh-CN" b="1" dirty="0">
                <a:solidFill>
                  <a:schemeClr val="bg1"/>
                </a:solidFill>
              </a:rPr>
              <a:t> </a:t>
            </a:r>
            <a:r>
              <a:rPr lang="zh-CN" altLang="en-US" dirty="0">
                <a:solidFill>
                  <a:schemeClr val="bg1"/>
                </a:solidFill>
              </a:rPr>
              <a:t>代码实现</a:t>
            </a:r>
            <a:endParaRPr lang="en-US" altLang="zh-CN" dirty="0">
              <a:solidFill>
                <a:schemeClr val="bg1"/>
              </a:solidFill>
            </a:endParaRPr>
          </a:p>
        </p:txBody>
      </p:sp>
      <p:sp>
        <p:nvSpPr>
          <p:cNvPr id="52" name="文本框 51">
            <a:extLst>
              <a:ext uri="{FF2B5EF4-FFF2-40B4-BE49-F238E27FC236}">
                <a16:creationId xmlns:a16="http://schemas.microsoft.com/office/drawing/2014/main" id="{E5712FFE-4678-46CF-A983-381C71B3A511}"/>
              </a:ext>
            </a:extLst>
          </p:cNvPr>
          <p:cNvSpPr txBox="1"/>
          <p:nvPr/>
        </p:nvSpPr>
        <p:spPr>
          <a:xfrm>
            <a:off x="6554261" y="4918340"/>
            <a:ext cx="2797514" cy="461665"/>
          </a:xfrm>
          <a:prstGeom prst="rect">
            <a:avLst/>
          </a:prstGeom>
          <a:noFill/>
        </p:spPr>
        <p:txBody>
          <a:bodyPr wrap="square" rtlCol="0">
            <a:noAutofit/>
          </a:bodyPr>
          <a:lstStyle>
            <a:defPPr>
              <a:defRPr lang="zh-CN"/>
            </a:defPPr>
            <a:lvl1pPr>
              <a:defRPr sz="2000">
                <a:solidFill>
                  <a:srgbClr val="113E6A"/>
                </a:solidFill>
                <a:latin typeface="+mn-ea"/>
                <a:cs typeface="Arial" pitchFamily="34" charset="0"/>
              </a:defRPr>
            </a:lvl1pPr>
          </a:lstStyle>
          <a:p>
            <a:r>
              <a:rPr lang="en-US" altLang="zh-CN" sz="2400" b="1" dirty="0">
                <a:solidFill>
                  <a:schemeClr val="bg1"/>
                </a:solidFill>
              </a:rPr>
              <a:t>03</a:t>
            </a:r>
            <a:r>
              <a:rPr lang="en-US" altLang="zh-CN" dirty="0">
                <a:solidFill>
                  <a:schemeClr val="bg1"/>
                </a:solidFill>
              </a:rPr>
              <a:t> </a:t>
            </a:r>
            <a:r>
              <a:rPr lang="zh-CN" altLang="en-US" dirty="0">
                <a:solidFill>
                  <a:schemeClr val="bg1"/>
                </a:solidFill>
              </a:rPr>
              <a:t>代码测试</a:t>
            </a:r>
            <a:endParaRPr lang="en-US" altLang="zh-CN" dirty="0">
              <a:solidFill>
                <a:schemeClr val="bg1"/>
              </a:solidFill>
            </a:endParaRPr>
          </a:p>
        </p:txBody>
      </p:sp>
      <p:sp>
        <p:nvSpPr>
          <p:cNvPr id="53" name="文本框 52">
            <a:extLst>
              <a:ext uri="{FF2B5EF4-FFF2-40B4-BE49-F238E27FC236}">
                <a16:creationId xmlns:a16="http://schemas.microsoft.com/office/drawing/2014/main" id="{01228BB1-7EE5-419C-B259-62FE1CC5337D}"/>
              </a:ext>
            </a:extLst>
          </p:cNvPr>
          <p:cNvSpPr txBox="1"/>
          <p:nvPr/>
        </p:nvSpPr>
        <p:spPr>
          <a:xfrm>
            <a:off x="9351775" y="4937289"/>
            <a:ext cx="2797515" cy="461665"/>
          </a:xfrm>
          <a:prstGeom prst="rect">
            <a:avLst/>
          </a:prstGeom>
          <a:noFill/>
        </p:spPr>
        <p:txBody>
          <a:bodyPr wrap="square" rtlCol="0">
            <a:noAutofit/>
          </a:bodyPr>
          <a:lstStyle>
            <a:defPPr>
              <a:defRPr lang="zh-CN"/>
            </a:defPPr>
            <a:lvl1pPr>
              <a:defRPr sz="2000">
                <a:solidFill>
                  <a:srgbClr val="113E6A"/>
                </a:solidFill>
                <a:latin typeface="+mn-ea"/>
                <a:cs typeface="Arial" pitchFamily="34" charset="0"/>
              </a:defRPr>
            </a:lvl1pPr>
          </a:lstStyle>
          <a:p>
            <a:r>
              <a:rPr lang="en-US" altLang="zh-CN" sz="2400" b="1" dirty="0">
                <a:solidFill>
                  <a:schemeClr val="bg1"/>
                </a:solidFill>
              </a:rPr>
              <a:t>04</a:t>
            </a:r>
            <a:r>
              <a:rPr lang="en-US" altLang="zh-CN" sz="1800" dirty="0">
                <a:solidFill>
                  <a:schemeClr val="bg1"/>
                </a:solidFill>
              </a:rPr>
              <a:t> </a:t>
            </a:r>
            <a:r>
              <a:rPr lang="zh-CN" altLang="en-US" sz="1800" dirty="0">
                <a:solidFill>
                  <a:schemeClr val="bg1"/>
                </a:solidFill>
              </a:rPr>
              <a:t>论文撰写</a:t>
            </a:r>
            <a:endParaRPr lang="en-US" altLang="zh-CN" dirty="0">
              <a:solidFill>
                <a:schemeClr val="bg1"/>
              </a:solidFill>
            </a:endParaRPr>
          </a:p>
        </p:txBody>
      </p:sp>
      <p:sp>
        <p:nvSpPr>
          <p:cNvPr id="54" name="矩形 53">
            <a:extLst>
              <a:ext uri="{FF2B5EF4-FFF2-40B4-BE49-F238E27FC236}">
                <a16:creationId xmlns:a16="http://schemas.microsoft.com/office/drawing/2014/main" id="{ACEFB602-68DD-4A71-B875-F50B22176283}"/>
              </a:ext>
            </a:extLst>
          </p:cNvPr>
          <p:cNvSpPr/>
          <p:nvPr/>
        </p:nvSpPr>
        <p:spPr>
          <a:xfrm>
            <a:off x="810619" y="2231545"/>
            <a:ext cx="2368717" cy="2217402"/>
          </a:xfrm>
          <a:prstGeom prst="rect">
            <a:avLst/>
          </a:prstGeom>
        </p:spPr>
        <p:txBody>
          <a:bodyPr wrap="square">
            <a:noAutofit/>
          </a:bodyPr>
          <a:lstStyle/>
          <a:p>
            <a:pPr algn="just">
              <a:lnSpc>
                <a:spcPct val="130000"/>
              </a:lnSpc>
            </a:pPr>
            <a:r>
              <a:rPr lang="zh-CN" altLang="zh-CN" dirty="0">
                <a:solidFill>
                  <a:schemeClr val="bg1"/>
                </a:solidFill>
                <a:latin typeface="+mn-ea"/>
              </a:rPr>
              <a:t>主要进行前期的知识储备，阅读</a:t>
            </a:r>
            <a:r>
              <a:rPr lang="en-US" altLang="zh-CN" dirty="0" err="1">
                <a:solidFill>
                  <a:schemeClr val="bg1"/>
                </a:solidFill>
                <a:latin typeface="+mn-ea"/>
              </a:rPr>
              <a:t>MaxSAT</a:t>
            </a:r>
            <a:r>
              <a:rPr lang="zh-CN" altLang="zh-CN" dirty="0">
                <a:solidFill>
                  <a:schemeClr val="bg1"/>
                </a:solidFill>
                <a:latin typeface="+mn-ea"/>
              </a:rPr>
              <a:t>论文、跟踪业界前沿、总结已存在的主流求解器的策略</a:t>
            </a:r>
            <a:r>
              <a:rPr lang="zh-CN" altLang="en-US" dirty="0">
                <a:solidFill>
                  <a:schemeClr val="bg1"/>
                </a:solidFill>
                <a:latin typeface="+mn-ea"/>
              </a:rPr>
              <a:t>。</a:t>
            </a:r>
          </a:p>
        </p:txBody>
      </p:sp>
      <p:sp>
        <p:nvSpPr>
          <p:cNvPr id="55" name="矩形 54">
            <a:extLst>
              <a:ext uri="{FF2B5EF4-FFF2-40B4-BE49-F238E27FC236}">
                <a16:creationId xmlns:a16="http://schemas.microsoft.com/office/drawing/2014/main" id="{8AAED271-D035-4A66-9C88-F6525A58813E}"/>
              </a:ext>
            </a:extLst>
          </p:cNvPr>
          <p:cNvSpPr/>
          <p:nvPr/>
        </p:nvSpPr>
        <p:spPr>
          <a:xfrm>
            <a:off x="3543779" y="2231545"/>
            <a:ext cx="2368717" cy="2217402"/>
          </a:xfrm>
          <a:prstGeom prst="rect">
            <a:avLst/>
          </a:prstGeom>
        </p:spPr>
        <p:txBody>
          <a:bodyPr wrap="square">
            <a:noAutofit/>
          </a:bodyPr>
          <a:lstStyle/>
          <a:p>
            <a:pPr algn="just">
              <a:lnSpc>
                <a:spcPct val="130000"/>
              </a:lnSpc>
            </a:pPr>
            <a:r>
              <a:rPr lang="zh-CN" altLang="zh-CN" dirty="0">
                <a:solidFill>
                  <a:schemeClr val="bg1"/>
                </a:solidFill>
                <a:latin typeface="+mn-ea"/>
              </a:rPr>
              <a:t>主要进行对项目的设计，尝试在已有算法</a:t>
            </a:r>
            <a:r>
              <a:rPr lang="zh-CN" altLang="en-US" dirty="0">
                <a:solidFill>
                  <a:schemeClr val="bg1"/>
                </a:solidFill>
                <a:latin typeface="+mn-ea"/>
              </a:rPr>
              <a:t>框架</a:t>
            </a:r>
            <a:r>
              <a:rPr lang="zh-CN" altLang="zh-CN" dirty="0">
                <a:solidFill>
                  <a:schemeClr val="bg1"/>
                </a:solidFill>
                <a:latin typeface="+mn-ea"/>
              </a:rPr>
              <a:t>下创新改进和使用新的策略构造算法，验证算法的可行性，并按照算法编写求解器程序</a:t>
            </a:r>
            <a:r>
              <a:rPr lang="zh-CN" altLang="en-US" dirty="0">
                <a:solidFill>
                  <a:schemeClr val="bg1"/>
                </a:solidFill>
                <a:latin typeface="+mn-ea"/>
              </a:rPr>
              <a:t>。</a:t>
            </a:r>
          </a:p>
        </p:txBody>
      </p:sp>
      <p:sp>
        <p:nvSpPr>
          <p:cNvPr id="56" name="矩形 55">
            <a:extLst>
              <a:ext uri="{FF2B5EF4-FFF2-40B4-BE49-F238E27FC236}">
                <a16:creationId xmlns:a16="http://schemas.microsoft.com/office/drawing/2014/main" id="{B5F52339-3FD3-4594-8A0A-729D776CAD9C}"/>
              </a:ext>
            </a:extLst>
          </p:cNvPr>
          <p:cNvSpPr/>
          <p:nvPr/>
        </p:nvSpPr>
        <p:spPr>
          <a:xfrm>
            <a:off x="6283549" y="2231545"/>
            <a:ext cx="2368717" cy="2217402"/>
          </a:xfrm>
          <a:prstGeom prst="rect">
            <a:avLst/>
          </a:prstGeom>
        </p:spPr>
        <p:txBody>
          <a:bodyPr wrap="square">
            <a:noAutofit/>
          </a:bodyPr>
          <a:lstStyle/>
          <a:p>
            <a:pPr algn="just">
              <a:lnSpc>
                <a:spcPct val="130000"/>
              </a:lnSpc>
            </a:pPr>
            <a:r>
              <a:rPr lang="zh-CN" altLang="zh-CN" dirty="0">
                <a:solidFill>
                  <a:schemeClr val="bg1"/>
                </a:solidFill>
                <a:latin typeface="+mn-ea"/>
              </a:rPr>
              <a:t>主要进行求解器验证和评估，使用不同规模和难度地算例对求解器进行测试，并且设置对照测试来评估各个策略的作用，收集数据</a:t>
            </a:r>
            <a:r>
              <a:rPr lang="zh-CN" altLang="en-US" dirty="0">
                <a:solidFill>
                  <a:schemeClr val="bg1"/>
                </a:solidFill>
                <a:latin typeface="+mn-ea"/>
              </a:rPr>
              <a:t>。</a:t>
            </a:r>
          </a:p>
        </p:txBody>
      </p:sp>
      <p:sp>
        <p:nvSpPr>
          <p:cNvPr id="57" name="矩形 56">
            <a:extLst>
              <a:ext uri="{FF2B5EF4-FFF2-40B4-BE49-F238E27FC236}">
                <a16:creationId xmlns:a16="http://schemas.microsoft.com/office/drawing/2014/main" id="{B3F567EC-6F05-46FD-BA0B-DB2A68435DB3}"/>
              </a:ext>
            </a:extLst>
          </p:cNvPr>
          <p:cNvSpPr/>
          <p:nvPr/>
        </p:nvSpPr>
        <p:spPr>
          <a:xfrm>
            <a:off x="9020014" y="2231545"/>
            <a:ext cx="2368717" cy="2217402"/>
          </a:xfrm>
          <a:prstGeom prst="rect">
            <a:avLst/>
          </a:prstGeom>
        </p:spPr>
        <p:txBody>
          <a:bodyPr wrap="square">
            <a:noAutofit/>
          </a:bodyPr>
          <a:lstStyle/>
          <a:p>
            <a:pPr algn="just">
              <a:lnSpc>
                <a:spcPct val="130000"/>
              </a:lnSpc>
            </a:pPr>
            <a:r>
              <a:rPr lang="zh-CN" altLang="zh-CN" dirty="0">
                <a:solidFill>
                  <a:schemeClr val="bg1"/>
                </a:solidFill>
                <a:latin typeface="+mn-ea"/>
              </a:rPr>
              <a:t>根据</a:t>
            </a:r>
            <a:r>
              <a:rPr lang="zh-CN" altLang="en-US" dirty="0">
                <a:solidFill>
                  <a:schemeClr val="bg1"/>
                </a:solidFill>
                <a:latin typeface="+mn-ea"/>
              </a:rPr>
              <a:t>实验</a:t>
            </a:r>
            <a:r>
              <a:rPr lang="zh-CN" altLang="zh-CN" dirty="0">
                <a:solidFill>
                  <a:schemeClr val="bg1"/>
                </a:solidFill>
                <a:latin typeface="+mn-ea"/>
              </a:rPr>
              <a:t>结果继续完善求解器，同时</a:t>
            </a:r>
            <a:r>
              <a:rPr lang="zh-CN" altLang="en-US" dirty="0">
                <a:solidFill>
                  <a:schemeClr val="bg1"/>
                </a:solidFill>
                <a:latin typeface="+mn-ea"/>
              </a:rPr>
              <a:t>结合前三阶段的积累</a:t>
            </a:r>
            <a:r>
              <a:rPr lang="zh-CN" altLang="zh-CN" dirty="0">
                <a:solidFill>
                  <a:schemeClr val="bg1"/>
                </a:solidFill>
                <a:latin typeface="+mn-ea"/>
              </a:rPr>
              <a:t>，在老师指导下形成</a:t>
            </a:r>
            <a:r>
              <a:rPr lang="zh-CN" altLang="en-US" dirty="0">
                <a:solidFill>
                  <a:schemeClr val="bg1"/>
                </a:solidFill>
                <a:latin typeface="+mn-ea"/>
              </a:rPr>
              <a:t>毕业</a:t>
            </a:r>
            <a:r>
              <a:rPr lang="zh-CN" altLang="zh-CN" dirty="0">
                <a:solidFill>
                  <a:schemeClr val="bg1"/>
                </a:solidFill>
                <a:latin typeface="+mn-ea"/>
              </a:rPr>
              <a:t>论文</a:t>
            </a:r>
            <a:endParaRPr lang="zh-CN" altLang="en-US" dirty="0">
              <a:solidFill>
                <a:schemeClr val="bg1"/>
              </a:solidFill>
              <a:latin typeface="+mn-ea"/>
            </a:endParaRPr>
          </a:p>
        </p:txBody>
      </p:sp>
      <p:sp>
        <p:nvSpPr>
          <p:cNvPr id="58" name="文本框 57">
            <a:extLst>
              <a:ext uri="{FF2B5EF4-FFF2-40B4-BE49-F238E27FC236}">
                <a16:creationId xmlns:a16="http://schemas.microsoft.com/office/drawing/2014/main" id="{92B211FB-02FB-4AB5-9966-3B56B761C3CA}"/>
              </a:ext>
            </a:extLst>
          </p:cNvPr>
          <p:cNvSpPr txBox="1"/>
          <p:nvPr/>
        </p:nvSpPr>
        <p:spPr>
          <a:xfrm>
            <a:off x="761964" y="5940000"/>
            <a:ext cx="2072046" cy="414000"/>
          </a:xfrm>
          <a:prstGeom prst="rect">
            <a:avLst/>
          </a:prstGeom>
          <a:noFill/>
        </p:spPr>
        <p:txBody>
          <a:bodyPr wrap="none" rtlCol="0">
            <a:noAutofit/>
          </a:bodyPr>
          <a:lstStyle/>
          <a:p>
            <a:pPr algn="ctr"/>
            <a:r>
              <a:rPr lang="en-US" altLang="zh-CN" sz="2400" b="1" dirty="0">
                <a:solidFill>
                  <a:schemeClr val="accent1"/>
                </a:solidFill>
              </a:rPr>
              <a:t>	2025</a:t>
            </a:r>
            <a:r>
              <a:rPr lang="zh-CN" altLang="en-US" sz="2400" b="1" dirty="0">
                <a:solidFill>
                  <a:schemeClr val="accent1"/>
                </a:solidFill>
              </a:rPr>
              <a:t>年</a:t>
            </a:r>
            <a:r>
              <a:rPr lang="en-US" altLang="zh-CN" sz="2400" b="1" dirty="0">
                <a:solidFill>
                  <a:schemeClr val="accent1"/>
                </a:solidFill>
              </a:rPr>
              <a:t>6</a:t>
            </a:r>
            <a:r>
              <a:rPr lang="zh-CN" altLang="en-US" sz="2400" b="1" dirty="0">
                <a:solidFill>
                  <a:schemeClr val="accent1"/>
                </a:solidFill>
              </a:rPr>
              <a:t>月</a:t>
            </a:r>
          </a:p>
        </p:txBody>
      </p:sp>
      <p:sp>
        <p:nvSpPr>
          <p:cNvPr id="59" name="文本框 58">
            <a:extLst>
              <a:ext uri="{FF2B5EF4-FFF2-40B4-BE49-F238E27FC236}">
                <a16:creationId xmlns:a16="http://schemas.microsoft.com/office/drawing/2014/main" id="{51371DAE-617F-4017-B63A-64376D0E750E}"/>
              </a:ext>
            </a:extLst>
          </p:cNvPr>
          <p:cNvSpPr txBox="1"/>
          <p:nvPr/>
        </p:nvSpPr>
        <p:spPr>
          <a:xfrm>
            <a:off x="3440889" y="5940000"/>
            <a:ext cx="2072046" cy="414000"/>
          </a:xfrm>
          <a:prstGeom prst="rect">
            <a:avLst/>
          </a:prstGeom>
          <a:noFill/>
        </p:spPr>
        <p:txBody>
          <a:bodyPr wrap="none" rtlCol="0">
            <a:noAutofit/>
          </a:bodyPr>
          <a:lstStyle/>
          <a:p>
            <a:pPr algn="ctr"/>
            <a:r>
              <a:rPr lang="en-US" altLang="zh-CN" sz="2400" b="1" dirty="0">
                <a:solidFill>
                  <a:schemeClr val="accent1"/>
                </a:solidFill>
              </a:rPr>
              <a:t>	2026</a:t>
            </a:r>
            <a:r>
              <a:rPr lang="zh-CN" altLang="en-US" sz="2400" b="1" dirty="0">
                <a:solidFill>
                  <a:schemeClr val="accent1"/>
                </a:solidFill>
              </a:rPr>
              <a:t>年</a:t>
            </a:r>
            <a:r>
              <a:rPr lang="en-US" altLang="zh-CN" sz="2400" b="1" dirty="0">
                <a:solidFill>
                  <a:schemeClr val="accent1"/>
                </a:solidFill>
              </a:rPr>
              <a:t>1</a:t>
            </a:r>
            <a:r>
              <a:rPr lang="zh-CN" altLang="en-US" sz="2400" b="1" dirty="0">
                <a:solidFill>
                  <a:schemeClr val="accent1"/>
                </a:solidFill>
              </a:rPr>
              <a:t>月</a:t>
            </a:r>
          </a:p>
        </p:txBody>
      </p:sp>
      <p:sp>
        <p:nvSpPr>
          <p:cNvPr id="60" name="文本框 59">
            <a:extLst>
              <a:ext uri="{FF2B5EF4-FFF2-40B4-BE49-F238E27FC236}">
                <a16:creationId xmlns:a16="http://schemas.microsoft.com/office/drawing/2014/main" id="{73CEA6F6-D21B-45FC-B895-6ED41C92BDC9}"/>
              </a:ext>
            </a:extLst>
          </p:cNvPr>
          <p:cNvSpPr txBox="1"/>
          <p:nvPr/>
        </p:nvSpPr>
        <p:spPr>
          <a:xfrm>
            <a:off x="6219833" y="5940000"/>
            <a:ext cx="2072046" cy="414000"/>
          </a:xfrm>
          <a:prstGeom prst="rect">
            <a:avLst/>
          </a:prstGeom>
          <a:noFill/>
        </p:spPr>
        <p:txBody>
          <a:bodyPr wrap="none" rtlCol="0">
            <a:noAutofit/>
          </a:bodyPr>
          <a:lstStyle/>
          <a:p>
            <a:pPr algn="ctr"/>
            <a:r>
              <a:rPr lang="en-US" altLang="zh-CN" sz="2400" b="1" dirty="0">
                <a:solidFill>
                  <a:schemeClr val="accent1"/>
                </a:solidFill>
              </a:rPr>
              <a:t>	2026</a:t>
            </a:r>
            <a:r>
              <a:rPr lang="zh-CN" altLang="en-US" sz="2400" b="1" dirty="0">
                <a:solidFill>
                  <a:schemeClr val="accent1"/>
                </a:solidFill>
              </a:rPr>
              <a:t>年</a:t>
            </a:r>
            <a:r>
              <a:rPr lang="en-US" altLang="zh-CN" sz="2400" b="1" dirty="0">
                <a:solidFill>
                  <a:schemeClr val="accent1"/>
                </a:solidFill>
              </a:rPr>
              <a:t>8</a:t>
            </a:r>
            <a:r>
              <a:rPr lang="zh-CN" altLang="en-US" sz="2400" b="1" dirty="0">
                <a:solidFill>
                  <a:schemeClr val="accent1"/>
                </a:solidFill>
              </a:rPr>
              <a:t>月</a:t>
            </a:r>
          </a:p>
        </p:txBody>
      </p:sp>
      <p:sp>
        <p:nvSpPr>
          <p:cNvPr id="61" name="文本框 60">
            <a:extLst>
              <a:ext uri="{FF2B5EF4-FFF2-40B4-BE49-F238E27FC236}">
                <a16:creationId xmlns:a16="http://schemas.microsoft.com/office/drawing/2014/main" id="{30ACD8AC-4288-477B-BE7C-28B8EBA98279}"/>
              </a:ext>
            </a:extLst>
          </p:cNvPr>
          <p:cNvSpPr txBox="1"/>
          <p:nvPr/>
        </p:nvSpPr>
        <p:spPr>
          <a:xfrm>
            <a:off x="9339137" y="5921127"/>
            <a:ext cx="2072046" cy="385416"/>
          </a:xfrm>
          <a:prstGeom prst="rect">
            <a:avLst/>
          </a:prstGeom>
          <a:noFill/>
        </p:spPr>
        <p:txBody>
          <a:bodyPr wrap="none" rtlCol="0">
            <a:noAutofit/>
          </a:bodyPr>
          <a:lstStyle/>
          <a:p>
            <a:r>
              <a:rPr lang="en-US" altLang="zh-CN" sz="2400" b="1" dirty="0">
                <a:solidFill>
                  <a:schemeClr val="accent1"/>
                </a:solidFill>
              </a:rPr>
              <a:t>2027</a:t>
            </a:r>
            <a:r>
              <a:rPr lang="zh-CN" altLang="en-US" sz="2400" b="1" dirty="0">
                <a:solidFill>
                  <a:schemeClr val="accent1"/>
                </a:solidFill>
              </a:rPr>
              <a:t>年</a:t>
            </a:r>
            <a:r>
              <a:rPr lang="en-US" altLang="zh-CN" sz="2400" b="1" dirty="0">
                <a:solidFill>
                  <a:schemeClr val="accent1"/>
                </a:solidFill>
              </a:rPr>
              <a:t>1</a:t>
            </a:r>
            <a:r>
              <a:rPr lang="zh-CN" altLang="en-US" sz="2400" b="1" dirty="0">
                <a:solidFill>
                  <a:schemeClr val="accent1"/>
                </a:solidFill>
              </a:rPr>
              <a:t>月</a:t>
            </a:r>
            <a:endParaRPr lang="zh-CN" altLang="en-US" b="1" dirty="0">
              <a:solidFill>
                <a:schemeClr val="accent1"/>
              </a:solidFill>
            </a:endParaRPr>
          </a:p>
        </p:txBody>
      </p:sp>
      <p:sp>
        <p:nvSpPr>
          <p:cNvPr id="90" name="矩形 89">
            <a:extLst>
              <a:ext uri="{FF2B5EF4-FFF2-40B4-BE49-F238E27FC236}">
                <a16:creationId xmlns:a16="http://schemas.microsoft.com/office/drawing/2014/main" id="{5D3D9011-626A-49AA-994C-CE00C6DE684A}"/>
              </a:ext>
            </a:extLst>
          </p:cNvPr>
          <p:cNvSpPr/>
          <p:nvPr/>
        </p:nvSpPr>
        <p:spPr>
          <a:xfrm>
            <a:off x="1568662" y="443405"/>
            <a:ext cx="1467068" cy="400110"/>
          </a:xfrm>
          <a:prstGeom prst="rect">
            <a:avLst/>
          </a:prstGeom>
        </p:spPr>
        <p:txBody>
          <a:bodyPr wrap="none">
            <a:noAutofit/>
          </a:bodyPr>
          <a:lstStyle/>
          <a:p>
            <a:r>
              <a:rPr lang="zh-CN" altLang="en-US" sz="2000" dirty="0">
                <a:solidFill>
                  <a:schemeClr val="bg1">
                    <a:lumMod val="50000"/>
                  </a:schemeClr>
                </a:solidFill>
                <a:latin typeface="+mn-ea"/>
              </a:rPr>
              <a:t>研究课题</a:t>
            </a:r>
          </a:p>
        </p:txBody>
      </p:sp>
      <p:sp>
        <p:nvSpPr>
          <p:cNvPr id="91" name="矩形 90">
            <a:extLst>
              <a:ext uri="{FF2B5EF4-FFF2-40B4-BE49-F238E27FC236}">
                <a16:creationId xmlns:a16="http://schemas.microsoft.com/office/drawing/2014/main" id="{07F8436A-8A1D-4244-805C-0FAE21BFA17C}"/>
              </a:ext>
            </a:extLst>
          </p:cNvPr>
          <p:cNvSpPr/>
          <p:nvPr/>
        </p:nvSpPr>
        <p:spPr>
          <a:xfrm>
            <a:off x="3621343" y="435180"/>
            <a:ext cx="1467068" cy="400110"/>
          </a:xfrm>
          <a:prstGeom prst="rect">
            <a:avLst/>
          </a:prstGeom>
        </p:spPr>
        <p:txBody>
          <a:bodyPr wrap="none">
            <a:noAutofit/>
          </a:bodyPr>
          <a:lstStyle/>
          <a:p>
            <a:r>
              <a:rPr lang="zh-CN" altLang="en-US" sz="2000" dirty="0">
                <a:solidFill>
                  <a:schemeClr val="bg1">
                    <a:lumMod val="50000"/>
                  </a:schemeClr>
                </a:solidFill>
                <a:latin typeface="+mn-ea"/>
              </a:rPr>
              <a:t>研究背景</a:t>
            </a:r>
          </a:p>
        </p:txBody>
      </p:sp>
      <p:sp>
        <p:nvSpPr>
          <p:cNvPr id="92" name="矩形 91">
            <a:extLst>
              <a:ext uri="{FF2B5EF4-FFF2-40B4-BE49-F238E27FC236}">
                <a16:creationId xmlns:a16="http://schemas.microsoft.com/office/drawing/2014/main" id="{0397A3D6-9890-4BBE-AAB9-8C5DE1A362BC}"/>
              </a:ext>
            </a:extLst>
          </p:cNvPr>
          <p:cNvSpPr/>
          <p:nvPr/>
        </p:nvSpPr>
        <p:spPr>
          <a:xfrm>
            <a:off x="5576459" y="446190"/>
            <a:ext cx="1723549" cy="400110"/>
          </a:xfrm>
          <a:prstGeom prst="rect">
            <a:avLst/>
          </a:prstGeom>
        </p:spPr>
        <p:txBody>
          <a:bodyPr wrap="none">
            <a:noAutofit/>
          </a:bodyPr>
          <a:lstStyle/>
          <a:p>
            <a:r>
              <a:rPr lang="zh-CN" altLang="en-US" sz="2000" dirty="0">
                <a:solidFill>
                  <a:schemeClr val="bg1">
                    <a:lumMod val="50000"/>
                  </a:schemeClr>
                </a:solidFill>
                <a:latin typeface="+mn-ea"/>
              </a:rPr>
              <a:t>研究内容</a:t>
            </a:r>
          </a:p>
        </p:txBody>
      </p:sp>
      <p:sp>
        <p:nvSpPr>
          <p:cNvPr id="93" name="矩形 92">
            <a:extLst>
              <a:ext uri="{FF2B5EF4-FFF2-40B4-BE49-F238E27FC236}">
                <a16:creationId xmlns:a16="http://schemas.microsoft.com/office/drawing/2014/main" id="{BEBCF7D4-09C1-4BEE-A650-9AE727326974}"/>
              </a:ext>
            </a:extLst>
          </p:cNvPr>
          <p:cNvSpPr/>
          <p:nvPr/>
        </p:nvSpPr>
        <p:spPr>
          <a:xfrm>
            <a:off x="7458562" y="446190"/>
            <a:ext cx="1210588" cy="400110"/>
          </a:xfrm>
          <a:prstGeom prst="rect">
            <a:avLst/>
          </a:prstGeom>
        </p:spPr>
        <p:txBody>
          <a:bodyPr wrap="none">
            <a:noAutofit/>
          </a:bodyPr>
          <a:lstStyle/>
          <a:p>
            <a:r>
              <a:rPr lang="zh-CN" altLang="en-US" sz="2000" dirty="0">
                <a:solidFill>
                  <a:schemeClr val="bg1">
                    <a:lumMod val="50000"/>
                  </a:schemeClr>
                </a:solidFill>
                <a:latin typeface="+mn-ea"/>
              </a:rPr>
              <a:t>研究方案</a:t>
            </a:r>
          </a:p>
        </p:txBody>
      </p:sp>
      <p:sp>
        <p:nvSpPr>
          <p:cNvPr id="94" name="矩形 93">
            <a:extLst>
              <a:ext uri="{FF2B5EF4-FFF2-40B4-BE49-F238E27FC236}">
                <a16:creationId xmlns:a16="http://schemas.microsoft.com/office/drawing/2014/main" id="{FBE7A3D6-5AEA-4D81-9738-D1FCF0756684}"/>
              </a:ext>
            </a:extLst>
          </p:cNvPr>
          <p:cNvSpPr/>
          <p:nvPr/>
        </p:nvSpPr>
        <p:spPr>
          <a:xfrm>
            <a:off x="9322960" y="446190"/>
            <a:ext cx="697627" cy="400110"/>
          </a:xfrm>
          <a:prstGeom prst="rect">
            <a:avLst/>
          </a:prstGeom>
        </p:spPr>
        <p:txBody>
          <a:bodyPr wrap="none">
            <a:noAutofit/>
          </a:bodyPr>
          <a:lstStyle/>
          <a:p>
            <a:r>
              <a:rPr lang="zh-CN" altLang="en-US" sz="2000" dirty="0">
                <a:solidFill>
                  <a:schemeClr val="bg1"/>
                </a:solidFill>
                <a:latin typeface="+mn-ea"/>
              </a:rPr>
              <a:t>总体计划</a:t>
            </a:r>
          </a:p>
        </p:txBody>
      </p:sp>
      <p:cxnSp>
        <p:nvCxnSpPr>
          <p:cNvPr id="95" name="直接连接符 94">
            <a:extLst>
              <a:ext uri="{FF2B5EF4-FFF2-40B4-BE49-F238E27FC236}">
                <a16:creationId xmlns:a16="http://schemas.microsoft.com/office/drawing/2014/main" id="{06AA1B24-ECCD-4282-8E07-4B2BC2B8BB0A}"/>
              </a:ext>
            </a:extLst>
          </p:cNvPr>
          <p:cNvCxnSpPr/>
          <p:nvPr/>
        </p:nvCxnSpPr>
        <p:spPr>
          <a:xfrm>
            <a:off x="3225486"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EEFAA765-2B5F-46D7-914E-1540184D618E}"/>
              </a:ext>
            </a:extLst>
          </p:cNvPr>
          <p:cNvCxnSpPr/>
          <p:nvPr/>
        </p:nvCxnSpPr>
        <p:spPr>
          <a:xfrm>
            <a:off x="5167688"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DEBC4194-9C67-4742-9E17-E954676EEBFE}"/>
              </a:ext>
            </a:extLst>
          </p:cNvPr>
          <p:cNvCxnSpPr/>
          <p:nvPr/>
        </p:nvCxnSpPr>
        <p:spPr>
          <a:xfrm>
            <a:off x="7019711"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226A5637-4367-4026-931C-B110501F32B0}"/>
              </a:ext>
            </a:extLst>
          </p:cNvPr>
          <p:cNvCxnSpPr/>
          <p:nvPr/>
        </p:nvCxnSpPr>
        <p:spPr>
          <a:xfrm>
            <a:off x="8909834" y="44619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2141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5376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PA" val="v4.2.4"/>
</p:tagLst>
</file>

<file path=ppt/tags/tag3.xml><?xml version="1.0" encoding="utf-8"?>
<p:tagLst xmlns:a="http://schemas.openxmlformats.org/drawingml/2006/main" xmlns:r="http://schemas.openxmlformats.org/officeDocument/2006/relationships" xmlns:p="http://schemas.openxmlformats.org/presentationml/2006/main">
  <p:tag name="PA" val="v4.2.4"/>
</p:tagLst>
</file>

<file path=ppt/tags/tag4.xml><?xml version="1.0" encoding="utf-8"?>
<p:tagLst xmlns:a="http://schemas.openxmlformats.org/drawingml/2006/main" xmlns:r="http://schemas.openxmlformats.org/officeDocument/2006/relationships" xmlns:p="http://schemas.openxmlformats.org/presentationml/2006/main">
  <p:tag name="PA" val="v4.2.4"/>
</p:tagLst>
</file>

<file path=ppt/tags/tag5.xml><?xml version="1.0" encoding="utf-8"?>
<p:tagLst xmlns:a="http://schemas.openxmlformats.org/drawingml/2006/main" xmlns:r="http://schemas.openxmlformats.org/officeDocument/2006/relationships" xmlns:p="http://schemas.openxmlformats.org/presentationml/2006/main">
  <p:tag name="PA" val="v4.2.4"/>
</p:tagLst>
</file>

<file path=ppt/tags/tag6.xml><?xml version="1.0" encoding="utf-8"?>
<p:tagLst xmlns:a="http://schemas.openxmlformats.org/drawingml/2006/main" xmlns:r="http://schemas.openxmlformats.org/officeDocument/2006/relationships" xmlns:p="http://schemas.openxmlformats.org/presentationml/2006/main">
  <p:tag name="PA" val="v4.2.4"/>
</p:tagLst>
</file>

<file path=ppt/tags/tag7.xml><?xml version="1.0" encoding="utf-8"?>
<p:tagLst xmlns:a="http://schemas.openxmlformats.org/drawingml/2006/main" xmlns:r="http://schemas.openxmlformats.org/officeDocument/2006/relationships" xmlns:p="http://schemas.openxmlformats.org/presentationml/2006/main">
  <p:tag name="PA" val="v4.2.4"/>
</p:tagLst>
</file>

<file path=ppt/tags/tag8.xml><?xml version="1.0" encoding="utf-8"?>
<p:tagLst xmlns:a="http://schemas.openxmlformats.org/drawingml/2006/main" xmlns:r="http://schemas.openxmlformats.org/officeDocument/2006/relationships" xmlns:p="http://schemas.openxmlformats.org/presentationml/2006/main">
  <p:tag name="PA" val="v4.2.4"/>
</p:tagLst>
</file>

<file path=ppt/tags/tag9.xml><?xml version="1.0" encoding="utf-8"?>
<p:tagLst xmlns:a="http://schemas.openxmlformats.org/drawingml/2006/main" xmlns:r="http://schemas.openxmlformats.org/officeDocument/2006/relationships" xmlns:p="http://schemas.openxmlformats.org/presentationml/2006/main">
  <p:tag name="PA" val="v4.2.4"/>
</p:tagLst>
</file>

<file path=ppt/tags/tag10.xml><?xml version="1.0" encoding="utf-8"?>
<p:tagLst xmlns:a="http://schemas.openxmlformats.org/drawingml/2006/main" xmlns:r="http://schemas.openxmlformats.org/officeDocument/2006/relationships" xmlns:p="http://schemas.openxmlformats.org/presentationml/2006/main">
  <p:tag name="PA" val="v4.2.4"/>
</p:tagLst>
</file>

<file path=ppt/tags/tag11.xml><?xml version="1.0" encoding="utf-8"?>
<p:tagLst xmlns:a="http://schemas.openxmlformats.org/drawingml/2006/main" xmlns:r="http://schemas.openxmlformats.org/officeDocument/2006/relationships" xmlns:p="http://schemas.openxmlformats.org/presentationml/2006/main">
  <p:tag name="PA" val="v4.2.4"/>
</p:tagLst>
</file>

<file path=ppt/tags/tag12.xml><?xml version="1.0" encoding="utf-8"?>
<p:tagLst xmlns:a="http://schemas.openxmlformats.org/drawingml/2006/main" xmlns:r="http://schemas.openxmlformats.org/officeDocument/2006/relationships" xmlns:p="http://schemas.openxmlformats.org/presentationml/2006/main">
  <p:tag name="PA" val="v4.2.4"/>
</p:tagLst>
</file>

<file path=ppt/tags/tag13.xml><?xml version="1.0" encoding="utf-8"?>
<p:tagLst xmlns:a="http://schemas.openxmlformats.org/drawingml/2006/main" xmlns:r="http://schemas.openxmlformats.org/officeDocument/2006/relationships" xmlns:p="http://schemas.openxmlformats.org/presentationml/2006/main">
  <p:tag name="PA" val="v4.2.4"/>
</p:tagLst>
</file>

<file path=ppt/tags/tag14.xml><?xml version="1.0" encoding="utf-8"?>
<p:tagLst xmlns:a="http://schemas.openxmlformats.org/drawingml/2006/main" xmlns:r="http://schemas.openxmlformats.org/officeDocument/2006/relationships" xmlns:p="http://schemas.openxmlformats.org/presentationml/2006/main">
  <p:tag name="PA" val="v4.2.4"/>
</p:tagLst>
</file>

<file path=ppt/tags/tag15.xml><?xml version="1.0" encoding="utf-8"?>
<p:tagLst xmlns:a="http://schemas.openxmlformats.org/drawingml/2006/main" xmlns:r="http://schemas.openxmlformats.org/officeDocument/2006/relationships" xmlns:p="http://schemas.openxmlformats.org/presentationml/2006/main">
  <p:tag name="PA" val="v4.2.4"/>
</p:tagLst>
</file>

<file path=ppt/tags/tag16.xml><?xml version="1.0" encoding="utf-8"?>
<p:tagLst xmlns:a="http://schemas.openxmlformats.org/drawingml/2006/main" xmlns:r="http://schemas.openxmlformats.org/officeDocument/2006/relationships" xmlns:p="http://schemas.openxmlformats.org/presentationml/2006/main">
  <p:tag name="PA" val="v4.2.4"/>
</p:tagLst>
</file>

<file path=ppt/tags/tag17.xml><?xml version="1.0" encoding="utf-8"?>
<p:tagLst xmlns:a="http://schemas.openxmlformats.org/drawingml/2006/main" xmlns:r="http://schemas.openxmlformats.org/officeDocument/2006/relationships" xmlns:p="http://schemas.openxmlformats.org/presentationml/2006/main">
  <p:tag name="PA" val="v4.2.4"/>
</p:tagLst>
</file>

<file path=ppt/tags/tag18.xml><?xml version="1.0" encoding="utf-8"?>
<p:tagLst xmlns:a="http://schemas.openxmlformats.org/drawingml/2006/main" xmlns:r="http://schemas.openxmlformats.org/officeDocument/2006/relationships" xmlns:p="http://schemas.openxmlformats.org/presentationml/2006/main">
  <p:tag name="PA" val="v4.2.4"/>
</p:tagLst>
</file>

<file path=ppt/tags/tag19.xml><?xml version="1.0" encoding="utf-8"?>
<p:tagLst xmlns:a="http://schemas.openxmlformats.org/drawingml/2006/main" xmlns:r="http://schemas.openxmlformats.org/officeDocument/2006/relationships" xmlns:p="http://schemas.openxmlformats.org/presentationml/2006/main">
  <p:tag name="PA" val="v4.2.4"/>
</p:tagLst>
</file>

<file path=ppt/tags/tag20.xml><?xml version="1.0" encoding="utf-8"?>
<p:tagLst xmlns:a="http://schemas.openxmlformats.org/drawingml/2006/main" xmlns:r="http://schemas.openxmlformats.org/officeDocument/2006/relationships" xmlns:p="http://schemas.openxmlformats.org/presentationml/2006/main">
  <p:tag name="PA" val="v4.2.4"/>
</p:tagLst>
</file>

<file path=ppt/tags/tag21.xml><?xml version="1.0" encoding="utf-8"?>
<p:tagLst xmlns:a="http://schemas.openxmlformats.org/drawingml/2006/main" xmlns:r="http://schemas.openxmlformats.org/officeDocument/2006/relationships" xmlns:p="http://schemas.openxmlformats.org/presentationml/2006/main">
  <p:tag name="PA" val="v4.2.4"/>
</p:tagLst>
</file>

<file path=ppt/tags/tag22.xml><?xml version="1.0" encoding="utf-8"?>
<p:tagLst xmlns:a="http://schemas.openxmlformats.org/drawingml/2006/main" xmlns:r="http://schemas.openxmlformats.org/officeDocument/2006/relationships" xmlns:p="http://schemas.openxmlformats.org/presentationml/2006/main">
  <p:tag name="PA" val="v4.2.4"/>
</p:tagLst>
</file>

<file path=ppt/tags/tag23.xml><?xml version="1.0" encoding="utf-8"?>
<p:tagLst xmlns:a="http://schemas.openxmlformats.org/drawingml/2006/main" xmlns:r="http://schemas.openxmlformats.org/officeDocument/2006/relationships" xmlns:p="http://schemas.openxmlformats.org/presentationml/2006/main">
  <p:tag name="PA" val="v4.2.4"/>
</p:tagLst>
</file>

<file path=ppt/tags/tag24.xml><?xml version="1.0" encoding="utf-8"?>
<p:tagLst xmlns:a="http://schemas.openxmlformats.org/drawingml/2006/main" xmlns:r="http://schemas.openxmlformats.org/officeDocument/2006/relationships" xmlns:p="http://schemas.openxmlformats.org/presentationml/2006/main">
  <p:tag name="PA" val="v4.2.4"/>
</p:tagLst>
</file>

<file path=ppt/tags/tag25.xml><?xml version="1.0" encoding="utf-8"?>
<p:tagLst xmlns:a="http://schemas.openxmlformats.org/drawingml/2006/main" xmlns:r="http://schemas.openxmlformats.org/officeDocument/2006/relationships" xmlns:p="http://schemas.openxmlformats.org/presentationml/2006/main">
  <p:tag name="PA" val="v4.2.4"/>
</p:tagLst>
</file>

<file path=ppt/tags/tag26.xml><?xml version="1.0" encoding="utf-8"?>
<p:tagLst xmlns:a="http://schemas.openxmlformats.org/drawingml/2006/main" xmlns:r="http://schemas.openxmlformats.org/officeDocument/2006/relationships" xmlns:p="http://schemas.openxmlformats.org/presentationml/2006/main">
  <p:tag name="PA" val="v4.2.4"/>
</p:tagLst>
</file>

<file path=ppt/tags/tag27.xml><?xml version="1.0" encoding="utf-8"?>
<p:tagLst xmlns:a="http://schemas.openxmlformats.org/drawingml/2006/main" xmlns:r="http://schemas.openxmlformats.org/officeDocument/2006/relationships" xmlns:p="http://schemas.openxmlformats.org/presentationml/2006/main">
  <p:tag name="PA" val="v4.2.4"/>
</p:tagLst>
</file>

<file path=ppt/tags/tag28.xml><?xml version="1.0" encoding="utf-8"?>
<p:tagLst xmlns:a="http://schemas.openxmlformats.org/drawingml/2006/main" xmlns:r="http://schemas.openxmlformats.org/officeDocument/2006/relationships" xmlns:p="http://schemas.openxmlformats.org/presentationml/2006/main">
  <p:tag name="PA" val="v4.2.4"/>
</p:tagLst>
</file>

<file path=ppt/tags/tag29.xml><?xml version="1.0" encoding="utf-8"?>
<p:tagLst xmlns:a="http://schemas.openxmlformats.org/drawingml/2006/main" xmlns:r="http://schemas.openxmlformats.org/officeDocument/2006/relationships" xmlns:p="http://schemas.openxmlformats.org/presentationml/2006/main">
  <p:tag name="PA" val="v4.2.4"/>
</p:tagLst>
</file>

<file path=ppt/tags/tag30.xml><?xml version="1.0" encoding="utf-8"?>
<p:tagLst xmlns:a="http://schemas.openxmlformats.org/drawingml/2006/main" xmlns:r="http://schemas.openxmlformats.org/officeDocument/2006/relationships" xmlns:p="http://schemas.openxmlformats.org/presentationml/2006/main">
  <p:tag name="PA" val="v4.2.4"/>
</p:tagLst>
</file>

<file path=ppt/tags/tag31.xml><?xml version="1.0" encoding="utf-8"?>
<p:tagLst xmlns:a="http://schemas.openxmlformats.org/drawingml/2006/main" xmlns:r="http://schemas.openxmlformats.org/officeDocument/2006/relationships" xmlns:p="http://schemas.openxmlformats.org/presentationml/2006/main">
  <p:tag name="PA" val="v4.2.4"/>
</p:tagLst>
</file>

<file path=ppt/tags/tag32.xml><?xml version="1.0" encoding="utf-8"?>
<p:tagLst xmlns:a="http://schemas.openxmlformats.org/drawingml/2006/main" xmlns:r="http://schemas.openxmlformats.org/officeDocument/2006/relationships" xmlns:p="http://schemas.openxmlformats.org/presentationml/2006/main">
  <p:tag name="PA" val="v4.2.4"/>
</p:tagLst>
</file>

<file path=ppt/tags/tag33.xml><?xml version="1.0" encoding="utf-8"?>
<p:tagLst xmlns:a="http://schemas.openxmlformats.org/drawingml/2006/main" xmlns:r="http://schemas.openxmlformats.org/officeDocument/2006/relationships" xmlns:p="http://schemas.openxmlformats.org/presentationml/2006/main">
  <p:tag name="PA" val="v4.2.4"/>
</p:tagLst>
</file>

<file path=ppt/tags/tag34.xml><?xml version="1.0" encoding="utf-8"?>
<p:tagLst xmlns:a="http://schemas.openxmlformats.org/drawingml/2006/main" xmlns:r="http://schemas.openxmlformats.org/officeDocument/2006/relationships" xmlns:p="http://schemas.openxmlformats.org/presentationml/2006/main">
  <p:tag name="PA" val="v4.2.4"/>
</p:tagLst>
</file>

<file path=ppt/tags/tag35.xml><?xml version="1.0" encoding="utf-8"?>
<p:tagLst xmlns:a="http://schemas.openxmlformats.org/drawingml/2006/main" xmlns:r="http://schemas.openxmlformats.org/officeDocument/2006/relationships" xmlns:p="http://schemas.openxmlformats.org/presentationml/2006/main">
  <p:tag name="PA" val="v4.2.4"/>
</p:tagLst>
</file>

<file path=ppt/tags/tag36.xml><?xml version="1.0" encoding="utf-8"?>
<p:tagLst xmlns:a="http://schemas.openxmlformats.org/drawingml/2006/main" xmlns:r="http://schemas.openxmlformats.org/officeDocument/2006/relationships" xmlns:p="http://schemas.openxmlformats.org/presentationml/2006/main">
  <p:tag name="PA" val="v4.2.4"/>
</p:tagLst>
</file>

<file path=ppt/tags/tag37.xml><?xml version="1.0" encoding="utf-8"?>
<p:tagLst xmlns:a="http://schemas.openxmlformats.org/drawingml/2006/main" xmlns:r="http://schemas.openxmlformats.org/officeDocument/2006/relationships" xmlns:p="http://schemas.openxmlformats.org/presentationml/2006/main">
  <p:tag name="PA" val="v4.2.4"/>
</p:tagLst>
</file>

<file path=ppt/tags/tag38.xml><?xml version="1.0" encoding="utf-8"?>
<p:tagLst xmlns:a="http://schemas.openxmlformats.org/drawingml/2006/main" xmlns:r="http://schemas.openxmlformats.org/officeDocument/2006/relationships" xmlns:p="http://schemas.openxmlformats.org/presentationml/2006/main">
  <p:tag name="PA" val="v4.2.4"/>
</p:tagLst>
</file>

<file path=ppt/tags/tag39.xml><?xml version="1.0" encoding="utf-8"?>
<p:tagLst xmlns:a="http://schemas.openxmlformats.org/drawingml/2006/main" xmlns:r="http://schemas.openxmlformats.org/officeDocument/2006/relationships" xmlns:p="http://schemas.openxmlformats.org/presentationml/2006/main">
  <p:tag name="PA" val="v4.2.4"/>
</p:tagLst>
</file>

<file path=ppt/tags/tag40.xml><?xml version="1.0" encoding="utf-8"?>
<p:tagLst xmlns:a="http://schemas.openxmlformats.org/drawingml/2006/main" xmlns:r="http://schemas.openxmlformats.org/officeDocument/2006/relationships" xmlns:p="http://schemas.openxmlformats.org/presentationml/2006/main">
  <p:tag name="PA" val="v4.2.4"/>
</p:tagLst>
</file>

<file path=ppt/tags/tag41.xml><?xml version="1.0" encoding="utf-8"?>
<p:tagLst xmlns:a="http://schemas.openxmlformats.org/drawingml/2006/main" xmlns:r="http://schemas.openxmlformats.org/officeDocument/2006/relationships" xmlns:p="http://schemas.openxmlformats.org/presentationml/2006/main">
  <p:tag name="PA" val="v4.2.4"/>
</p:tagLst>
</file>

<file path=ppt/tags/tag42.xml><?xml version="1.0" encoding="utf-8"?>
<p:tagLst xmlns:a="http://schemas.openxmlformats.org/drawingml/2006/main" xmlns:r="http://schemas.openxmlformats.org/officeDocument/2006/relationships" xmlns:p="http://schemas.openxmlformats.org/presentationml/2006/main">
  <p:tag name="PA" val="v4.2.4"/>
</p:tagLst>
</file>

<file path=ppt/tags/tag43.xml><?xml version="1.0" encoding="utf-8"?>
<p:tagLst xmlns:a="http://schemas.openxmlformats.org/drawingml/2006/main" xmlns:r="http://schemas.openxmlformats.org/officeDocument/2006/relationships" xmlns:p="http://schemas.openxmlformats.org/presentationml/2006/main">
  <p:tag name="PA" val="v4.2.4"/>
</p:tagLst>
</file>

<file path=ppt/tags/tag44.xml><?xml version="1.0" encoding="utf-8"?>
<p:tagLst xmlns:a="http://schemas.openxmlformats.org/drawingml/2006/main" xmlns:r="http://schemas.openxmlformats.org/officeDocument/2006/relationships" xmlns:p="http://schemas.openxmlformats.org/presentationml/2006/main">
  <p:tag name="PA" val="v4.2.4"/>
</p:tagLst>
</file>

<file path=ppt/tags/tag45.xml><?xml version="1.0" encoding="utf-8"?>
<p:tagLst xmlns:a="http://schemas.openxmlformats.org/drawingml/2006/main" xmlns:r="http://schemas.openxmlformats.org/officeDocument/2006/relationships" xmlns:p="http://schemas.openxmlformats.org/presentationml/2006/main">
  <p:tag name="PA" val="v4.2.4"/>
</p:tagLst>
</file>

<file path=ppt/tags/tag46.xml><?xml version="1.0" encoding="utf-8"?>
<p:tagLst xmlns:a="http://schemas.openxmlformats.org/drawingml/2006/main" xmlns:r="http://schemas.openxmlformats.org/officeDocument/2006/relationships" xmlns:p="http://schemas.openxmlformats.org/presentationml/2006/main">
  <p:tag name="PA" val="v4.2.4"/>
</p:tagLst>
</file>

<file path=ppt/tags/tag47.xml><?xml version="1.0" encoding="utf-8"?>
<p:tagLst xmlns:a="http://schemas.openxmlformats.org/drawingml/2006/main" xmlns:r="http://schemas.openxmlformats.org/officeDocument/2006/relationships" xmlns:p="http://schemas.openxmlformats.org/presentationml/2006/main">
  <p:tag name="PA" val="v4.2.4"/>
</p:tagLst>
</file>

<file path=ppt/tags/tag48.xml><?xml version="1.0" encoding="utf-8"?>
<p:tagLst xmlns:a="http://schemas.openxmlformats.org/drawingml/2006/main" xmlns:r="http://schemas.openxmlformats.org/officeDocument/2006/relationships" xmlns:p="http://schemas.openxmlformats.org/presentationml/2006/main">
  <p:tag name="PA" val="v4.2.4"/>
</p:tagLst>
</file>

<file path=ppt/tags/tag49.xml><?xml version="1.0" encoding="utf-8"?>
<p:tagLst xmlns:a="http://schemas.openxmlformats.org/drawingml/2006/main" xmlns:r="http://schemas.openxmlformats.org/officeDocument/2006/relationships" xmlns:p="http://schemas.openxmlformats.org/presentationml/2006/main">
  <p:tag name="PA" val="v4.2.4"/>
</p:tagLst>
</file>

<file path=ppt/tags/tag50.xml><?xml version="1.0" encoding="utf-8"?>
<p:tagLst xmlns:a="http://schemas.openxmlformats.org/drawingml/2006/main" xmlns:r="http://schemas.openxmlformats.org/officeDocument/2006/relationships" xmlns:p="http://schemas.openxmlformats.org/presentationml/2006/main">
  <p:tag name="PA" val="v4.2.4"/>
</p:tagLst>
</file>

<file path=ppt/tags/tag51.xml><?xml version="1.0" encoding="utf-8"?>
<p:tagLst xmlns:a="http://schemas.openxmlformats.org/drawingml/2006/main" xmlns:r="http://schemas.openxmlformats.org/officeDocument/2006/relationships" xmlns:p="http://schemas.openxmlformats.org/presentationml/2006/main">
  <p:tag name="PA" val="v4.2.4"/>
</p:tagLst>
</file>

<file path=ppt/tags/tag52.xml><?xml version="1.0" encoding="utf-8"?>
<p:tagLst xmlns:a="http://schemas.openxmlformats.org/drawingml/2006/main" xmlns:r="http://schemas.openxmlformats.org/officeDocument/2006/relationships" xmlns:p="http://schemas.openxmlformats.org/presentationml/2006/main">
  <p:tag name="PA" val="v4.2.4"/>
</p:tagLst>
</file>

<file path=ppt/tags/tag53.xml><?xml version="1.0" encoding="utf-8"?>
<p:tagLst xmlns:a="http://schemas.openxmlformats.org/drawingml/2006/main" xmlns:r="http://schemas.openxmlformats.org/officeDocument/2006/relationships" xmlns:p="http://schemas.openxmlformats.org/presentationml/2006/main">
  <p:tag name="PA" val="v4.2.4"/>
</p:tagLst>
</file>

<file path=ppt/tags/tag54.xml><?xml version="1.0" encoding="utf-8"?>
<p:tagLst xmlns:a="http://schemas.openxmlformats.org/drawingml/2006/main" xmlns:r="http://schemas.openxmlformats.org/officeDocument/2006/relationships" xmlns:p="http://schemas.openxmlformats.org/presentationml/2006/main">
  <p:tag name="PA" val="v4.2.4"/>
</p:tagLst>
</file>

<file path=ppt/tags/tag55.xml><?xml version="1.0" encoding="utf-8"?>
<p:tagLst xmlns:a="http://schemas.openxmlformats.org/drawingml/2006/main" xmlns:r="http://schemas.openxmlformats.org/officeDocument/2006/relationships" xmlns:p="http://schemas.openxmlformats.org/presentationml/2006/main">
  <p:tag name="PA" val="v4.2.4"/>
</p:tagLst>
</file>

<file path=ppt/tags/tag56.xml><?xml version="1.0" encoding="utf-8"?>
<p:tagLst xmlns:a="http://schemas.openxmlformats.org/drawingml/2006/main" xmlns:r="http://schemas.openxmlformats.org/officeDocument/2006/relationships" xmlns:p="http://schemas.openxmlformats.org/presentationml/2006/main">
  <p:tag name="PA" val="v4.2.4"/>
</p:tagLst>
</file>

<file path=ppt/tags/tag57.xml><?xml version="1.0" encoding="utf-8"?>
<p:tagLst xmlns:a="http://schemas.openxmlformats.org/drawingml/2006/main" xmlns:r="http://schemas.openxmlformats.org/officeDocument/2006/relationships" xmlns:p="http://schemas.openxmlformats.org/presentationml/2006/main">
  <p:tag name="PA" val="v4.2.4"/>
</p:tagLst>
</file>

<file path=ppt/tags/tag58.xml><?xml version="1.0" encoding="utf-8"?>
<p:tagLst xmlns:a="http://schemas.openxmlformats.org/drawingml/2006/main" xmlns:r="http://schemas.openxmlformats.org/officeDocument/2006/relationships" xmlns:p="http://schemas.openxmlformats.org/presentationml/2006/main">
  <p:tag name="PA" val="v4.2.4"/>
</p:tagLst>
</file>

<file path=ppt/tags/tag59.xml><?xml version="1.0" encoding="utf-8"?>
<p:tagLst xmlns:a="http://schemas.openxmlformats.org/drawingml/2006/main" xmlns:r="http://schemas.openxmlformats.org/officeDocument/2006/relationships" xmlns:p="http://schemas.openxmlformats.org/presentationml/2006/main">
  <p:tag name="PA" val="v4.2.4"/>
</p:tagLst>
</file>

<file path=ppt/tags/tag60.xml><?xml version="1.0" encoding="utf-8"?>
<p:tagLst xmlns:a="http://schemas.openxmlformats.org/drawingml/2006/main" xmlns:r="http://schemas.openxmlformats.org/officeDocument/2006/relationships" xmlns:p="http://schemas.openxmlformats.org/presentationml/2006/main">
  <p:tag name="PA" val="v4.2.4"/>
</p:tagLst>
</file>

<file path=ppt/tags/tag61.xml><?xml version="1.0" encoding="utf-8"?>
<p:tagLst xmlns:a="http://schemas.openxmlformats.org/drawingml/2006/main" xmlns:r="http://schemas.openxmlformats.org/officeDocument/2006/relationships" xmlns:p="http://schemas.openxmlformats.org/presentationml/2006/main">
  <p:tag name="PA" val="v4.2.4"/>
</p:tagLst>
</file>

<file path=ppt/tags/tag62.xml><?xml version="1.0" encoding="utf-8"?>
<p:tagLst xmlns:a="http://schemas.openxmlformats.org/drawingml/2006/main" xmlns:r="http://schemas.openxmlformats.org/officeDocument/2006/relationships" xmlns:p="http://schemas.openxmlformats.org/presentationml/2006/main">
  <p:tag name="PA" val="v4.2.4"/>
</p:tagLst>
</file>

<file path=ppt/tags/tag63.xml><?xml version="1.0" encoding="utf-8"?>
<p:tagLst xmlns:a="http://schemas.openxmlformats.org/drawingml/2006/main" xmlns:r="http://schemas.openxmlformats.org/officeDocument/2006/relationships" xmlns:p="http://schemas.openxmlformats.org/presentationml/2006/main">
  <p:tag name="PA" val="v4.2.4"/>
</p:tagLst>
</file>

<file path=ppt/tags/tag64.xml><?xml version="1.0" encoding="utf-8"?>
<p:tagLst xmlns:a="http://schemas.openxmlformats.org/drawingml/2006/main" xmlns:r="http://schemas.openxmlformats.org/officeDocument/2006/relationships" xmlns:p="http://schemas.openxmlformats.org/presentationml/2006/main">
  <p:tag name="PA" val="v4.2.4"/>
</p:tagLst>
</file>

<file path=ppt/tags/tag65.xml><?xml version="1.0" encoding="utf-8"?>
<p:tagLst xmlns:a="http://schemas.openxmlformats.org/drawingml/2006/main" xmlns:r="http://schemas.openxmlformats.org/officeDocument/2006/relationships" xmlns:p="http://schemas.openxmlformats.org/presentationml/2006/main">
  <p:tag name="PA" val="v4.2.4"/>
</p:tagLst>
</file>

<file path=ppt/tags/tag66.xml><?xml version="1.0" encoding="utf-8"?>
<p:tagLst xmlns:a="http://schemas.openxmlformats.org/drawingml/2006/main" xmlns:r="http://schemas.openxmlformats.org/officeDocument/2006/relationships" xmlns:p="http://schemas.openxmlformats.org/presentationml/2006/main">
  <p:tag name="PA" val="v4.2.4"/>
</p:tagLst>
</file>

<file path=ppt/tags/tag67.xml><?xml version="1.0" encoding="utf-8"?>
<p:tagLst xmlns:a="http://schemas.openxmlformats.org/drawingml/2006/main" xmlns:r="http://schemas.openxmlformats.org/officeDocument/2006/relationships" xmlns:p="http://schemas.openxmlformats.org/presentationml/2006/main">
  <p:tag name="PA" val="v4.2.4"/>
</p:tagLst>
</file>

<file path=ppt/tags/tag68.xml><?xml version="1.0" encoding="utf-8"?>
<p:tagLst xmlns:a="http://schemas.openxmlformats.org/drawingml/2006/main" xmlns:r="http://schemas.openxmlformats.org/officeDocument/2006/relationships" xmlns:p="http://schemas.openxmlformats.org/presentationml/2006/main">
  <p:tag name="PA" val="v4.2.4"/>
</p:tagLst>
</file>

<file path=ppt/theme/theme1.xml><?xml version="1.0" encoding="utf-8"?>
<a:theme xmlns:a="http://schemas.openxmlformats.org/drawingml/2006/main" name="毕业论文主题">
  <a:themeElements>
    <a:clrScheme name="自定义 1">
      <a:dk1>
        <a:sysClr val="windowText" lastClr="000000"/>
      </a:dk1>
      <a:lt1>
        <a:sysClr val="window" lastClr="FFFFFF"/>
      </a:lt1>
      <a:dk2>
        <a:srgbClr val="17406D"/>
      </a:dk2>
      <a:lt2>
        <a:srgbClr val="BED7EB"/>
      </a:lt2>
      <a:accent1>
        <a:srgbClr val="25557A"/>
      </a:accent1>
      <a:accent2>
        <a:srgbClr val="3477AA"/>
      </a:accent2>
      <a:accent3>
        <a:srgbClr val="0BD0D9"/>
      </a:accent3>
      <a:accent4>
        <a:srgbClr val="10CF9B"/>
      </a:accent4>
      <a:accent5>
        <a:srgbClr val="7CCA62"/>
      </a:accent5>
      <a:accent6>
        <a:srgbClr val="A5C249"/>
      </a:accent6>
      <a:hlink>
        <a:srgbClr val="F49100"/>
      </a:hlink>
      <a:folHlink>
        <a:srgbClr val="85DFD0"/>
      </a:folHlink>
    </a:clrScheme>
    <a:fontScheme name="微软雅黑">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14678</TotalTime>
  <Words>1398</Words>
  <Application>Microsoft Office PowerPoint</Application>
  <PresentationFormat>宽屏</PresentationFormat>
  <Paragraphs>185</Paragraphs>
  <Slides>21</Slides>
  <Notes>11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21</vt:i4>
      </vt:variant>
    </vt:vector>
  </HeadingPairs>
  <TitlesOfParts>
    <vt:vector size="32" baseType="lpstr">
      <vt:lpstr>Microsoft YaHei Light</vt:lpstr>
      <vt:lpstr>PingFang SC</vt:lpstr>
      <vt:lpstr>思源黑体 CN Medium</vt:lpstr>
      <vt:lpstr>宋体</vt:lpstr>
      <vt:lpstr>Microsoft YaHei</vt:lpstr>
      <vt:lpstr>Microsoft YaHei</vt:lpstr>
      <vt:lpstr>Arial</vt:lpstr>
      <vt:lpstr>Calibri</vt:lpstr>
      <vt:lpstr>Segoe UI Light</vt:lpstr>
      <vt:lpstr>Times New Roman</vt:lpstr>
      <vt:lpstr>毕业论文主题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PPTS</dc:title>
  <dc:subject>PPTS</dc:subject>
  <dc:creator>PPTS</dc:creator>
  <cp:keywords>PPTS</cp:keywords>
  <dc:description>PPTS</dc:description>
  <cp:lastModifiedBy>fwkzj</cp:lastModifiedBy>
  <cp:revision>884</cp:revision>
  <dcterms:created xsi:type="dcterms:W3CDTF">2016-04-18T02:22:00Z</dcterms:created>
  <dcterms:modified xsi:type="dcterms:W3CDTF">2025-09-02T02:50:27Z</dcterms:modified>
  <cp:category>PPTS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